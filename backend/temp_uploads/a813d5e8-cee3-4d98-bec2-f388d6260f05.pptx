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y="6858000" cx="9144000"/>
  <p:notesSz cx="6858000" cy="9144000"/>
  <p:embeddedFontLst>
    <p:embeddedFont>
      <p:font typeface="Arial Black"/>
      <p:regular r:id="rId1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19" roundtripDataSignature="AMtx7mhrcYhVn7rClj+oyNquCz0wZlJhS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customschemas.google.com/relationships/presentationmetadata" Target="metadata"/><Relationship Id="rId6" Type="http://schemas.openxmlformats.org/officeDocument/2006/relationships/slide" Target="slides/slide1.xml"/><Relationship Id="rId18" Type="http://schemas.openxmlformats.org/officeDocument/2006/relationships/font" Target="fonts/ArialBlack-regular.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 name="Shape 42"/>
        <p:cNvGrpSpPr/>
        <p:nvPr/>
      </p:nvGrpSpPr>
      <p:grpSpPr>
        <a:xfrm>
          <a:off x="0" y="0"/>
          <a:ext cx="0" cy="0"/>
          <a:chOff x="0" y="0"/>
          <a:chExt cx="0" cy="0"/>
        </a:xfrm>
      </p:grpSpPr>
      <p:sp>
        <p:nvSpPr>
          <p:cNvPr id="43" name="Google Shape;43;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4" name="Google Shape;44;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2" name="Google Shape;52;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8" name="Google Shape;58;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4" name="Google Shape;64;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0" name="Google Shape;70;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6" name="Google Shape;76;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1b73c69665_0_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2" name="Google Shape;82;g31b73c69665_0_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996099ef35_0_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3996099ef35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996099ef35_0_1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3996099ef35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3" name="Google Shape;103;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996099ef35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3996099ef3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5" name="Google Shape;115;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9.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0" name="Shape 20"/>
        <p:cNvGrpSpPr/>
        <p:nvPr/>
      </p:nvGrpSpPr>
      <p:grpSpPr>
        <a:xfrm>
          <a:off x="0" y="0"/>
          <a:ext cx="0" cy="0"/>
          <a:chOff x="0" y="0"/>
          <a:chExt cx="0" cy="0"/>
        </a:xfrm>
      </p:grpSpPr>
      <p:sp>
        <p:nvSpPr>
          <p:cNvPr id="21" name="Google Shape;21;p1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1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1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1" i="0" sz="1200" u="none" cap="none" strike="noStrike">
                <a:solidFill>
                  <a:srgbClr val="0070C0"/>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000000"/>
              </a:buClr>
              <a:buSzPts val="1200"/>
              <a:buFont typeface="Arial"/>
              <a:buNone/>
              <a:defRPr b="1" i="0" sz="1200" u="none" cap="none" strike="noStrike">
                <a:solidFill>
                  <a:srgbClr val="0070C0"/>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000000"/>
              </a:buClr>
              <a:buSzPts val="1200"/>
              <a:buFont typeface="Arial"/>
              <a:buNone/>
              <a:defRPr b="1" i="0" sz="1200" u="none" cap="none" strike="noStrike">
                <a:solidFill>
                  <a:srgbClr val="0070C0"/>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000000"/>
              </a:buClr>
              <a:buSzPts val="1200"/>
              <a:buFont typeface="Arial"/>
              <a:buNone/>
              <a:defRPr b="1" i="0" sz="1200" u="none" cap="none" strike="noStrike">
                <a:solidFill>
                  <a:srgbClr val="0070C0"/>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000000"/>
              </a:buClr>
              <a:buSzPts val="1200"/>
              <a:buFont typeface="Arial"/>
              <a:buNone/>
              <a:defRPr b="1" i="0" sz="1200" u="none" cap="none" strike="noStrike">
                <a:solidFill>
                  <a:srgbClr val="0070C0"/>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000000"/>
              </a:buClr>
              <a:buSzPts val="1200"/>
              <a:buFont typeface="Arial"/>
              <a:buNone/>
              <a:defRPr b="1" i="0" sz="1200" u="none" cap="none" strike="noStrike">
                <a:solidFill>
                  <a:srgbClr val="0070C0"/>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000000"/>
              </a:buClr>
              <a:buSzPts val="1200"/>
              <a:buFont typeface="Arial"/>
              <a:buNone/>
              <a:defRPr b="1" i="0" sz="1200" u="none" cap="none" strike="noStrike">
                <a:solidFill>
                  <a:srgbClr val="0070C0"/>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000000"/>
              </a:buClr>
              <a:buSzPts val="1200"/>
              <a:buFont typeface="Arial"/>
              <a:buNone/>
              <a:defRPr b="1" i="0" sz="1200" u="none" cap="none" strike="noStrike">
                <a:solidFill>
                  <a:srgbClr val="0070C0"/>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000000"/>
              </a:buClr>
              <a:buSzPts val="1200"/>
              <a:buFont typeface="Arial"/>
              <a:buNone/>
              <a:defRPr b="1" i="0" sz="1200" u="none" cap="none" strike="noStrike">
                <a:solidFill>
                  <a:srgbClr val="0070C0"/>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advTm="4000">
    <p:cut/>
  </p:transition>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4" name="Shape 24"/>
        <p:cNvGrpSpPr/>
        <p:nvPr/>
      </p:nvGrpSpPr>
      <p:grpSpPr>
        <a:xfrm>
          <a:off x="0" y="0"/>
          <a:ext cx="0" cy="0"/>
          <a:chOff x="0" y="0"/>
          <a:chExt cx="0" cy="0"/>
        </a:xfrm>
      </p:grpSpPr>
      <p:pic>
        <p:nvPicPr>
          <p:cNvPr descr="LOGO.gif" id="25" name="Google Shape;25;p15"/>
          <p:cNvPicPr preferRelativeResize="0"/>
          <p:nvPr/>
        </p:nvPicPr>
        <p:blipFill rotWithShape="1">
          <a:blip r:embed="rId2">
            <a:alphaModFix/>
          </a:blip>
          <a:srcRect b="10713" l="0" r="0" t="0"/>
          <a:stretch/>
        </p:blipFill>
        <p:spPr>
          <a:xfrm>
            <a:off x="6553200" y="228600"/>
            <a:ext cx="2057400" cy="635000"/>
          </a:xfrm>
          <a:prstGeom prst="rect">
            <a:avLst/>
          </a:prstGeom>
          <a:noFill/>
          <a:ln>
            <a:noFill/>
          </a:ln>
        </p:spPr>
      </p:pic>
      <p:grpSp>
        <p:nvGrpSpPr>
          <p:cNvPr id="26" name="Google Shape;26;p15"/>
          <p:cNvGrpSpPr/>
          <p:nvPr/>
        </p:nvGrpSpPr>
        <p:grpSpPr>
          <a:xfrm>
            <a:off x="6146800" y="0"/>
            <a:ext cx="2997200" cy="876300"/>
            <a:chOff x="6096000" y="3924300"/>
            <a:chExt cx="2997200" cy="876300"/>
          </a:xfrm>
        </p:grpSpPr>
        <p:sp>
          <p:nvSpPr>
            <p:cNvPr id="27" name="Google Shape;27;p15"/>
            <p:cNvSpPr/>
            <p:nvPr/>
          </p:nvSpPr>
          <p:spPr>
            <a:xfrm>
              <a:off x="6096000" y="3924300"/>
              <a:ext cx="2997200" cy="838200"/>
            </a:xfrm>
            <a:prstGeom prst="rect">
              <a:avLst/>
            </a:prstGeom>
            <a:solidFill>
              <a:srgbClr val="FF33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LOGO.gif" id="28" name="Google Shape;28;p15"/>
            <p:cNvPicPr preferRelativeResize="0"/>
            <p:nvPr/>
          </p:nvPicPr>
          <p:blipFill rotWithShape="1">
            <a:blip r:embed="rId2">
              <a:alphaModFix/>
            </a:blip>
            <a:srcRect b="10713" l="0" r="0" t="0"/>
            <a:stretch/>
          </p:blipFill>
          <p:spPr>
            <a:xfrm>
              <a:off x="6502400" y="4152900"/>
              <a:ext cx="2057400" cy="635000"/>
            </a:xfrm>
            <a:prstGeom prst="rect">
              <a:avLst/>
            </a:prstGeom>
            <a:noFill/>
            <a:ln>
              <a:noFill/>
            </a:ln>
          </p:spPr>
        </p:pic>
        <p:sp>
          <p:nvSpPr>
            <p:cNvPr id="29" name="Google Shape;29;p15"/>
            <p:cNvSpPr/>
            <p:nvPr/>
          </p:nvSpPr>
          <p:spPr>
            <a:xfrm>
              <a:off x="6477000" y="4114800"/>
              <a:ext cx="2076450" cy="6858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pic>
        <p:nvPicPr>
          <p:cNvPr descr="logo.jpg" id="30" name="Google Shape;30;p15"/>
          <p:cNvPicPr preferRelativeResize="0"/>
          <p:nvPr/>
        </p:nvPicPr>
        <p:blipFill rotWithShape="1">
          <a:blip r:embed="rId3">
            <a:alphaModFix/>
          </a:blip>
          <a:srcRect b="0" l="0" r="0" t="0"/>
          <a:stretch/>
        </p:blipFill>
        <p:spPr>
          <a:xfrm>
            <a:off x="6553200" y="228600"/>
            <a:ext cx="1920875" cy="609600"/>
          </a:xfrm>
          <a:prstGeom prst="rect">
            <a:avLst/>
          </a:prstGeom>
          <a:noFill/>
          <a:ln>
            <a:noFill/>
          </a:ln>
        </p:spPr>
      </p:pic>
      <p:sp>
        <p:nvSpPr>
          <p:cNvPr id="31" name="Google Shape;31;p15"/>
          <p:cNvSpPr txBox="1"/>
          <p:nvPr>
            <p:ph type="title"/>
          </p:nvPr>
        </p:nvSpPr>
        <p:spPr>
          <a:xfrm>
            <a:off x="0" y="0"/>
            <a:ext cx="6477000" cy="8382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3200">
                <a:latin typeface="Times New Roman"/>
                <a:ea typeface="Times New Roman"/>
                <a:cs typeface="Times New Roman"/>
                <a:sym typeface="Times New Roman"/>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2" name="Google Shape;32;p15"/>
          <p:cNvSpPr txBox="1"/>
          <p:nvPr>
            <p:ph idx="1" type="body"/>
          </p:nvPr>
        </p:nvSpPr>
        <p:spPr>
          <a:xfrm>
            <a:off x="457200" y="1371600"/>
            <a:ext cx="8229600" cy="4525963"/>
          </a:xfrm>
          <a:prstGeom prst="rect">
            <a:avLst/>
          </a:prstGeom>
          <a:noFill/>
          <a:ln>
            <a:noFill/>
          </a:ln>
        </p:spPr>
        <p:txBody>
          <a:bodyPr anchorCtr="0" anchor="t" bIns="45700" lIns="91425" spcFirstLastPara="1" rIns="91425" wrap="square" tIns="45700">
            <a:noAutofit/>
          </a:bodyPr>
          <a:lstStyle>
            <a:lvl1pPr indent="-368300" lvl="0" marL="457200" algn="l">
              <a:lnSpc>
                <a:spcPct val="100000"/>
              </a:lnSpc>
              <a:spcBef>
                <a:spcPts val="440"/>
              </a:spcBef>
              <a:spcAft>
                <a:spcPts val="0"/>
              </a:spcAft>
              <a:buClr>
                <a:schemeClr val="dk1"/>
              </a:buClr>
              <a:buSzPts val="2200"/>
              <a:buChar char="•"/>
              <a:defRPr sz="2200">
                <a:latin typeface="Times New Roman"/>
                <a:ea typeface="Times New Roman"/>
                <a:cs typeface="Times New Roman"/>
                <a:sym typeface="Times New Roman"/>
              </a:defRPr>
            </a:lvl1pPr>
            <a:lvl2pPr indent="-368300" lvl="1" marL="914400" algn="l">
              <a:lnSpc>
                <a:spcPct val="100000"/>
              </a:lnSpc>
              <a:spcBef>
                <a:spcPts val="440"/>
              </a:spcBef>
              <a:spcAft>
                <a:spcPts val="0"/>
              </a:spcAft>
              <a:buClr>
                <a:schemeClr val="dk1"/>
              </a:buClr>
              <a:buSzPts val="2200"/>
              <a:buChar char="–"/>
              <a:defRPr sz="2200">
                <a:latin typeface="Times New Roman"/>
                <a:ea typeface="Times New Roman"/>
                <a:cs typeface="Times New Roman"/>
                <a:sym typeface="Times New Roman"/>
              </a:defRPr>
            </a:lvl2pPr>
            <a:lvl3pPr indent="-368300" lvl="2" marL="1371600" algn="l">
              <a:lnSpc>
                <a:spcPct val="100000"/>
              </a:lnSpc>
              <a:spcBef>
                <a:spcPts val="440"/>
              </a:spcBef>
              <a:spcAft>
                <a:spcPts val="0"/>
              </a:spcAft>
              <a:buClr>
                <a:schemeClr val="dk1"/>
              </a:buClr>
              <a:buSzPts val="2200"/>
              <a:buChar char="•"/>
              <a:defRPr sz="2200">
                <a:latin typeface="Times New Roman"/>
                <a:ea typeface="Times New Roman"/>
                <a:cs typeface="Times New Roman"/>
                <a:sym typeface="Times New Roman"/>
              </a:defRPr>
            </a:lvl3pPr>
            <a:lvl4pPr indent="-368300" lvl="3" marL="1828800" algn="l">
              <a:lnSpc>
                <a:spcPct val="100000"/>
              </a:lnSpc>
              <a:spcBef>
                <a:spcPts val="440"/>
              </a:spcBef>
              <a:spcAft>
                <a:spcPts val="0"/>
              </a:spcAft>
              <a:buClr>
                <a:schemeClr val="dk1"/>
              </a:buClr>
              <a:buSzPts val="2200"/>
              <a:buChar char="–"/>
              <a:defRPr sz="2200">
                <a:latin typeface="Times New Roman"/>
                <a:ea typeface="Times New Roman"/>
                <a:cs typeface="Times New Roman"/>
                <a:sym typeface="Times New Roman"/>
              </a:defRPr>
            </a:lvl4pPr>
            <a:lvl5pPr indent="-368300" lvl="4" marL="2286000" algn="l">
              <a:lnSpc>
                <a:spcPct val="100000"/>
              </a:lnSpc>
              <a:spcBef>
                <a:spcPts val="440"/>
              </a:spcBef>
              <a:spcAft>
                <a:spcPts val="0"/>
              </a:spcAft>
              <a:buClr>
                <a:schemeClr val="dk1"/>
              </a:buClr>
              <a:buSzPts val="2200"/>
              <a:buChar char="»"/>
              <a:defRPr sz="2200">
                <a:latin typeface="Times New Roman"/>
                <a:ea typeface="Times New Roman"/>
                <a:cs typeface="Times New Roman"/>
                <a:sym typeface="Times New Roman"/>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33" name="Google Shape;33;p1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1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1" i="0" sz="1200" u="none" cap="none" strike="noStrike">
                <a:solidFill>
                  <a:srgbClr val="0070C0"/>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000000"/>
              </a:buClr>
              <a:buSzPts val="1200"/>
              <a:buFont typeface="Arial"/>
              <a:buNone/>
              <a:defRPr b="1" i="0" sz="1200" u="none" cap="none" strike="noStrike">
                <a:solidFill>
                  <a:srgbClr val="0070C0"/>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000000"/>
              </a:buClr>
              <a:buSzPts val="1200"/>
              <a:buFont typeface="Arial"/>
              <a:buNone/>
              <a:defRPr b="1" i="0" sz="1200" u="none" cap="none" strike="noStrike">
                <a:solidFill>
                  <a:srgbClr val="0070C0"/>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000000"/>
              </a:buClr>
              <a:buSzPts val="1200"/>
              <a:buFont typeface="Arial"/>
              <a:buNone/>
              <a:defRPr b="1" i="0" sz="1200" u="none" cap="none" strike="noStrike">
                <a:solidFill>
                  <a:srgbClr val="0070C0"/>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000000"/>
              </a:buClr>
              <a:buSzPts val="1200"/>
              <a:buFont typeface="Arial"/>
              <a:buNone/>
              <a:defRPr b="1" i="0" sz="1200" u="none" cap="none" strike="noStrike">
                <a:solidFill>
                  <a:srgbClr val="0070C0"/>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000000"/>
              </a:buClr>
              <a:buSzPts val="1200"/>
              <a:buFont typeface="Arial"/>
              <a:buNone/>
              <a:defRPr b="1" i="0" sz="1200" u="none" cap="none" strike="noStrike">
                <a:solidFill>
                  <a:srgbClr val="0070C0"/>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000000"/>
              </a:buClr>
              <a:buSzPts val="1200"/>
              <a:buFont typeface="Arial"/>
              <a:buNone/>
              <a:defRPr b="1" i="0" sz="1200" u="none" cap="none" strike="noStrike">
                <a:solidFill>
                  <a:srgbClr val="0070C0"/>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000000"/>
              </a:buClr>
              <a:buSzPts val="1200"/>
              <a:buFont typeface="Arial"/>
              <a:buNone/>
              <a:defRPr b="1" i="0" sz="1200" u="none" cap="none" strike="noStrike">
                <a:solidFill>
                  <a:srgbClr val="0070C0"/>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000000"/>
              </a:buClr>
              <a:buSzPts val="1200"/>
              <a:buFont typeface="Arial"/>
              <a:buNone/>
              <a:defRPr b="1" i="0" sz="1200" u="none" cap="none" strike="noStrike">
                <a:solidFill>
                  <a:srgbClr val="0070C0"/>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advTm="4000">
    <p:cut/>
  </p:transition>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36" name="Shape 36"/>
        <p:cNvGrpSpPr/>
        <p:nvPr/>
      </p:nvGrpSpPr>
      <p:grpSpPr>
        <a:xfrm>
          <a:off x="0" y="0"/>
          <a:ext cx="0" cy="0"/>
          <a:chOff x="0" y="0"/>
          <a:chExt cx="0" cy="0"/>
        </a:xfrm>
      </p:grpSpPr>
      <p:sp>
        <p:nvSpPr>
          <p:cNvPr id="37" name="Google Shape;37;p14"/>
          <p:cNvSpPr txBox="1"/>
          <p:nvPr>
            <p:ph type="ctrTitle"/>
          </p:nvPr>
        </p:nvSpPr>
        <p:spPr>
          <a:xfrm>
            <a:off x="0" y="1"/>
            <a:ext cx="5486400" cy="9144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b="1" sz="3200">
                <a:latin typeface="Times New Roman"/>
                <a:ea typeface="Times New Roman"/>
                <a:cs typeface="Times New Roman"/>
                <a:sym typeface="Times New Roman"/>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8" name="Google Shape;38;p14"/>
          <p:cNvSpPr txBox="1"/>
          <p:nvPr>
            <p:ph idx="1" type="subTitle"/>
          </p:nvPr>
        </p:nvSpPr>
        <p:spPr>
          <a:xfrm>
            <a:off x="533400" y="1371600"/>
            <a:ext cx="8153400" cy="47244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39" name="Google Shape;39;p1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1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1" i="0" sz="1200" u="none" cap="none" strike="noStrike">
                <a:solidFill>
                  <a:srgbClr val="0070C0"/>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000000"/>
              </a:buClr>
              <a:buSzPts val="1200"/>
              <a:buFont typeface="Arial"/>
              <a:buNone/>
              <a:defRPr b="1" i="0" sz="1200" u="none" cap="none" strike="noStrike">
                <a:solidFill>
                  <a:srgbClr val="0070C0"/>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000000"/>
              </a:buClr>
              <a:buSzPts val="1200"/>
              <a:buFont typeface="Arial"/>
              <a:buNone/>
              <a:defRPr b="1" i="0" sz="1200" u="none" cap="none" strike="noStrike">
                <a:solidFill>
                  <a:srgbClr val="0070C0"/>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000000"/>
              </a:buClr>
              <a:buSzPts val="1200"/>
              <a:buFont typeface="Arial"/>
              <a:buNone/>
              <a:defRPr b="1" i="0" sz="1200" u="none" cap="none" strike="noStrike">
                <a:solidFill>
                  <a:srgbClr val="0070C0"/>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000000"/>
              </a:buClr>
              <a:buSzPts val="1200"/>
              <a:buFont typeface="Arial"/>
              <a:buNone/>
              <a:defRPr b="1" i="0" sz="1200" u="none" cap="none" strike="noStrike">
                <a:solidFill>
                  <a:srgbClr val="0070C0"/>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000000"/>
              </a:buClr>
              <a:buSzPts val="1200"/>
              <a:buFont typeface="Arial"/>
              <a:buNone/>
              <a:defRPr b="1" i="0" sz="1200" u="none" cap="none" strike="noStrike">
                <a:solidFill>
                  <a:srgbClr val="0070C0"/>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000000"/>
              </a:buClr>
              <a:buSzPts val="1200"/>
              <a:buFont typeface="Arial"/>
              <a:buNone/>
              <a:defRPr b="1" i="0" sz="1200" u="none" cap="none" strike="noStrike">
                <a:solidFill>
                  <a:srgbClr val="0070C0"/>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000000"/>
              </a:buClr>
              <a:buSzPts val="1200"/>
              <a:buFont typeface="Arial"/>
              <a:buNone/>
              <a:defRPr b="1" i="0" sz="1200" u="none" cap="none" strike="noStrike">
                <a:solidFill>
                  <a:srgbClr val="0070C0"/>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000000"/>
              </a:buClr>
              <a:buSzPts val="1200"/>
              <a:buFont typeface="Arial"/>
              <a:buNone/>
              <a:defRPr b="1" i="0" sz="1200" u="none" cap="none" strike="noStrike">
                <a:solidFill>
                  <a:srgbClr val="0070C0"/>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advTm="4000">
    <p:cut/>
  </p:transition>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9.jpg"/><Relationship Id="rId3" Type="http://schemas.openxmlformats.org/officeDocument/2006/relationships/slideLayout" Target="../slideLayouts/slideLayout1.xml"/><Relationship Id="rId4" Type="http://schemas.openxmlformats.org/officeDocument/2006/relationships/slideLayout" Target="../slideLayouts/slideLayout2.xml"/><Relationship Id="rId5" Type="http://schemas.openxmlformats.org/officeDocument/2006/relationships/slideLayout" Target="../slideLayouts/slideLayout3.xml"/><Relationship Id="rId6"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2"/>
          <p:cNvSpPr txBox="1"/>
          <p:nvPr>
            <p:ph type="title"/>
          </p:nvPr>
        </p:nvSpPr>
        <p:spPr>
          <a:xfrm>
            <a:off x="0" y="0"/>
            <a:ext cx="6477000" cy="8382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3000" u="none" cap="none" strike="noStrike">
                <a:solidFill>
                  <a:schemeClr val="dk1"/>
                </a:solidFill>
                <a:latin typeface="Calibri"/>
                <a:ea typeface="Calibri"/>
                <a:cs typeface="Calibri"/>
                <a:sym typeface="Calibri"/>
              </a:defRPr>
            </a:lvl1pPr>
            <a:lvl2pPr lvl="1" marR="0" rtl="0" algn="ctr">
              <a:lnSpc>
                <a:spcPct val="100000"/>
              </a:lnSpc>
              <a:spcBef>
                <a:spcPts val="0"/>
              </a:spcBef>
              <a:spcAft>
                <a:spcPts val="0"/>
              </a:spcAft>
              <a:buClr>
                <a:srgbClr val="000000"/>
              </a:buClr>
              <a:buSzPts val="1400"/>
              <a:buFont typeface="Arial"/>
              <a:buNone/>
              <a:defRPr b="0" i="0" sz="3000" u="none" cap="none" strike="noStrike">
                <a:solidFill>
                  <a:schemeClr val="dk1"/>
                </a:solidFill>
                <a:latin typeface="Calibri"/>
                <a:ea typeface="Calibri"/>
                <a:cs typeface="Calibri"/>
                <a:sym typeface="Calibri"/>
              </a:defRPr>
            </a:lvl2pPr>
            <a:lvl3pPr lvl="2" marR="0" rtl="0" algn="ctr">
              <a:lnSpc>
                <a:spcPct val="100000"/>
              </a:lnSpc>
              <a:spcBef>
                <a:spcPts val="0"/>
              </a:spcBef>
              <a:spcAft>
                <a:spcPts val="0"/>
              </a:spcAft>
              <a:buClr>
                <a:srgbClr val="000000"/>
              </a:buClr>
              <a:buSzPts val="1400"/>
              <a:buFont typeface="Arial"/>
              <a:buNone/>
              <a:defRPr b="0" i="0" sz="3000" u="none" cap="none" strike="noStrike">
                <a:solidFill>
                  <a:schemeClr val="dk1"/>
                </a:solidFill>
                <a:latin typeface="Calibri"/>
                <a:ea typeface="Calibri"/>
                <a:cs typeface="Calibri"/>
                <a:sym typeface="Calibri"/>
              </a:defRPr>
            </a:lvl3pPr>
            <a:lvl4pPr lvl="3" marR="0" rtl="0" algn="ctr">
              <a:lnSpc>
                <a:spcPct val="100000"/>
              </a:lnSpc>
              <a:spcBef>
                <a:spcPts val="0"/>
              </a:spcBef>
              <a:spcAft>
                <a:spcPts val="0"/>
              </a:spcAft>
              <a:buClr>
                <a:srgbClr val="000000"/>
              </a:buClr>
              <a:buSzPts val="1400"/>
              <a:buFont typeface="Arial"/>
              <a:buNone/>
              <a:defRPr b="0" i="0" sz="3000" u="none" cap="none" strike="noStrike">
                <a:solidFill>
                  <a:schemeClr val="dk1"/>
                </a:solidFill>
                <a:latin typeface="Calibri"/>
                <a:ea typeface="Calibri"/>
                <a:cs typeface="Calibri"/>
                <a:sym typeface="Calibri"/>
              </a:defRPr>
            </a:lvl4pPr>
            <a:lvl5pPr lvl="4" marR="0" rtl="0" algn="ctr">
              <a:lnSpc>
                <a:spcPct val="100000"/>
              </a:lnSpc>
              <a:spcBef>
                <a:spcPts val="0"/>
              </a:spcBef>
              <a:spcAft>
                <a:spcPts val="0"/>
              </a:spcAft>
              <a:buClr>
                <a:srgbClr val="000000"/>
              </a:buClr>
              <a:buSzPts val="1400"/>
              <a:buFont typeface="Arial"/>
              <a:buNone/>
              <a:defRPr b="0" i="0" sz="3000" u="none" cap="none" strike="noStrike">
                <a:solidFill>
                  <a:schemeClr val="dk1"/>
                </a:solidFill>
                <a:latin typeface="Calibri"/>
                <a:ea typeface="Calibri"/>
                <a:cs typeface="Calibri"/>
                <a:sym typeface="Calibri"/>
              </a:defRPr>
            </a:lvl5pPr>
            <a:lvl6pPr lvl="5" marR="0" rtl="0" algn="ctr">
              <a:lnSpc>
                <a:spcPct val="100000"/>
              </a:lnSpc>
              <a:spcBef>
                <a:spcPts val="0"/>
              </a:spcBef>
              <a:spcAft>
                <a:spcPts val="0"/>
              </a:spcAft>
              <a:buClr>
                <a:srgbClr val="000000"/>
              </a:buClr>
              <a:buSzPts val="1400"/>
              <a:buFont typeface="Arial"/>
              <a:buNone/>
              <a:defRPr b="0" i="0" sz="3000" u="none" cap="none" strike="noStrike">
                <a:solidFill>
                  <a:schemeClr val="dk1"/>
                </a:solidFill>
                <a:latin typeface="Calibri"/>
                <a:ea typeface="Calibri"/>
                <a:cs typeface="Calibri"/>
                <a:sym typeface="Calibri"/>
              </a:defRPr>
            </a:lvl6pPr>
            <a:lvl7pPr lvl="6" marR="0" rtl="0" algn="ctr">
              <a:lnSpc>
                <a:spcPct val="100000"/>
              </a:lnSpc>
              <a:spcBef>
                <a:spcPts val="0"/>
              </a:spcBef>
              <a:spcAft>
                <a:spcPts val="0"/>
              </a:spcAft>
              <a:buClr>
                <a:srgbClr val="000000"/>
              </a:buClr>
              <a:buSzPts val="1400"/>
              <a:buFont typeface="Arial"/>
              <a:buNone/>
              <a:defRPr b="0" i="0" sz="3000" u="none" cap="none" strike="noStrike">
                <a:solidFill>
                  <a:schemeClr val="dk1"/>
                </a:solidFill>
                <a:latin typeface="Calibri"/>
                <a:ea typeface="Calibri"/>
                <a:cs typeface="Calibri"/>
                <a:sym typeface="Calibri"/>
              </a:defRPr>
            </a:lvl7pPr>
            <a:lvl8pPr lvl="7" marR="0" rtl="0" algn="ctr">
              <a:lnSpc>
                <a:spcPct val="100000"/>
              </a:lnSpc>
              <a:spcBef>
                <a:spcPts val="0"/>
              </a:spcBef>
              <a:spcAft>
                <a:spcPts val="0"/>
              </a:spcAft>
              <a:buClr>
                <a:srgbClr val="000000"/>
              </a:buClr>
              <a:buSzPts val="1400"/>
              <a:buFont typeface="Arial"/>
              <a:buNone/>
              <a:defRPr b="0" i="0" sz="3000" u="none" cap="none" strike="noStrike">
                <a:solidFill>
                  <a:schemeClr val="dk1"/>
                </a:solidFill>
                <a:latin typeface="Calibri"/>
                <a:ea typeface="Calibri"/>
                <a:cs typeface="Calibri"/>
                <a:sym typeface="Calibri"/>
              </a:defRPr>
            </a:lvl8pPr>
            <a:lvl9pPr lvl="8" marR="0" rtl="0" algn="ctr">
              <a:lnSpc>
                <a:spcPct val="100000"/>
              </a:lnSpc>
              <a:spcBef>
                <a:spcPts val="0"/>
              </a:spcBef>
              <a:spcAft>
                <a:spcPts val="0"/>
              </a:spcAft>
              <a:buClr>
                <a:srgbClr val="000000"/>
              </a:buClr>
              <a:buSzPts val="1400"/>
              <a:buFont typeface="Arial"/>
              <a:buNone/>
              <a:defRPr b="0" i="0" sz="3000" u="none" cap="none" strike="noStrike">
                <a:solidFill>
                  <a:schemeClr val="dk1"/>
                </a:solidFill>
                <a:latin typeface="Calibri"/>
                <a:ea typeface="Calibri"/>
                <a:cs typeface="Calibri"/>
                <a:sym typeface="Calibri"/>
              </a:defRPr>
            </a:lvl9pPr>
          </a:lstStyle>
          <a:p/>
        </p:txBody>
      </p:sp>
      <p:sp>
        <p:nvSpPr>
          <p:cNvPr id="7" name="Google Shape;7;p12"/>
          <p:cNvSpPr txBox="1"/>
          <p:nvPr>
            <p:ph idx="1" type="body"/>
          </p:nvPr>
        </p:nvSpPr>
        <p:spPr>
          <a:xfrm>
            <a:off x="457200" y="1371600"/>
            <a:ext cx="8229600" cy="4525963"/>
          </a:xfrm>
          <a:prstGeom prst="rect">
            <a:avLst/>
          </a:prstGeom>
          <a:noFill/>
          <a:ln>
            <a:noFill/>
          </a:ln>
        </p:spPr>
        <p:txBody>
          <a:bodyPr anchorCtr="0" anchor="t" bIns="45700" lIns="91425" spcFirstLastPara="1" rIns="91425" wrap="square" tIns="45700">
            <a:no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1" i="0" sz="1200" u="none" cap="none" strike="noStrike">
                <a:solidFill>
                  <a:srgbClr val="0070C0"/>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1" i="0" sz="1200" u="none" cap="none" strike="noStrike">
                <a:solidFill>
                  <a:srgbClr val="0070C0"/>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1" i="0" sz="1200" u="none" cap="none" strike="noStrike">
                <a:solidFill>
                  <a:srgbClr val="0070C0"/>
                </a:solidFill>
                <a:latin typeface="Times New Roman"/>
                <a:ea typeface="Times New Roman"/>
                <a:cs typeface="Times New Roman"/>
                <a:sym typeface="Times New Roman"/>
              </a:defRPr>
            </a:lvl1pPr>
            <a:lvl2pPr indent="0" lvl="1" marL="0" marR="0" rtl="0" algn="r">
              <a:lnSpc>
                <a:spcPct val="100000"/>
              </a:lnSpc>
              <a:spcBef>
                <a:spcPts val="0"/>
              </a:spcBef>
              <a:spcAft>
                <a:spcPts val="0"/>
              </a:spcAft>
              <a:buClr>
                <a:srgbClr val="000000"/>
              </a:buClr>
              <a:buSzPts val="1200"/>
              <a:buFont typeface="Arial"/>
              <a:buNone/>
              <a:defRPr b="1" i="0" sz="1200" u="none" cap="none" strike="noStrike">
                <a:solidFill>
                  <a:srgbClr val="0070C0"/>
                </a:solidFill>
                <a:latin typeface="Times New Roman"/>
                <a:ea typeface="Times New Roman"/>
                <a:cs typeface="Times New Roman"/>
                <a:sym typeface="Times New Roman"/>
              </a:defRPr>
            </a:lvl2pPr>
            <a:lvl3pPr indent="0" lvl="2" marL="0" marR="0" rtl="0" algn="r">
              <a:lnSpc>
                <a:spcPct val="100000"/>
              </a:lnSpc>
              <a:spcBef>
                <a:spcPts val="0"/>
              </a:spcBef>
              <a:spcAft>
                <a:spcPts val="0"/>
              </a:spcAft>
              <a:buClr>
                <a:srgbClr val="000000"/>
              </a:buClr>
              <a:buSzPts val="1200"/>
              <a:buFont typeface="Arial"/>
              <a:buNone/>
              <a:defRPr b="1" i="0" sz="1200" u="none" cap="none" strike="noStrike">
                <a:solidFill>
                  <a:srgbClr val="0070C0"/>
                </a:solidFill>
                <a:latin typeface="Times New Roman"/>
                <a:ea typeface="Times New Roman"/>
                <a:cs typeface="Times New Roman"/>
                <a:sym typeface="Times New Roman"/>
              </a:defRPr>
            </a:lvl3pPr>
            <a:lvl4pPr indent="0" lvl="3" marL="0" marR="0" rtl="0" algn="r">
              <a:lnSpc>
                <a:spcPct val="100000"/>
              </a:lnSpc>
              <a:spcBef>
                <a:spcPts val="0"/>
              </a:spcBef>
              <a:spcAft>
                <a:spcPts val="0"/>
              </a:spcAft>
              <a:buClr>
                <a:srgbClr val="000000"/>
              </a:buClr>
              <a:buSzPts val="1200"/>
              <a:buFont typeface="Arial"/>
              <a:buNone/>
              <a:defRPr b="1" i="0" sz="1200" u="none" cap="none" strike="noStrike">
                <a:solidFill>
                  <a:srgbClr val="0070C0"/>
                </a:solidFill>
                <a:latin typeface="Times New Roman"/>
                <a:ea typeface="Times New Roman"/>
                <a:cs typeface="Times New Roman"/>
                <a:sym typeface="Times New Roman"/>
              </a:defRPr>
            </a:lvl4pPr>
            <a:lvl5pPr indent="0" lvl="4" marL="0" marR="0" rtl="0" algn="r">
              <a:lnSpc>
                <a:spcPct val="100000"/>
              </a:lnSpc>
              <a:spcBef>
                <a:spcPts val="0"/>
              </a:spcBef>
              <a:spcAft>
                <a:spcPts val="0"/>
              </a:spcAft>
              <a:buClr>
                <a:srgbClr val="000000"/>
              </a:buClr>
              <a:buSzPts val="1200"/>
              <a:buFont typeface="Arial"/>
              <a:buNone/>
              <a:defRPr b="1" i="0" sz="1200" u="none" cap="none" strike="noStrike">
                <a:solidFill>
                  <a:srgbClr val="0070C0"/>
                </a:solidFill>
                <a:latin typeface="Times New Roman"/>
                <a:ea typeface="Times New Roman"/>
                <a:cs typeface="Times New Roman"/>
                <a:sym typeface="Times New Roman"/>
              </a:defRPr>
            </a:lvl5pPr>
            <a:lvl6pPr indent="0" lvl="5" marL="0" marR="0" rtl="0" algn="r">
              <a:lnSpc>
                <a:spcPct val="100000"/>
              </a:lnSpc>
              <a:spcBef>
                <a:spcPts val="0"/>
              </a:spcBef>
              <a:spcAft>
                <a:spcPts val="0"/>
              </a:spcAft>
              <a:buClr>
                <a:srgbClr val="000000"/>
              </a:buClr>
              <a:buSzPts val="1200"/>
              <a:buFont typeface="Arial"/>
              <a:buNone/>
              <a:defRPr b="1" i="0" sz="1200" u="none" cap="none" strike="noStrike">
                <a:solidFill>
                  <a:srgbClr val="0070C0"/>
                </a:solidFill>
                <a:latin typeface="Times New Roman"/>
                <a:ea typeface="Times New Roman"/>
                <a:cs typeface="Times New Roman"/>
                <a:sym typeface="Times New Roman"/>
              </a:defRPr>
            </a:lvl6pPr>
            <a:lvl7pPr indent="0" lvl="6" marL="0" marR="0" rtl="0" algn="r">
              <a:lnSpc>
                <a:spcPct val="100000"/>
              </a:lnSpc>
              <a:spcBef>
                <a:spcPts val="0"/>
              </a:spcBef>
              <a:spcAft>
                <a:spcPts val="0"/>
              </a:spcAft>
              <a:buClr>
                <a:srgbClr val="000000"/>
              </a:buClr>
              <a:buSzPts val="1200"/>
              <a:buFont typeface="Arial"/>
              <a:buNone/>
              <a:defRPr b="1" i="0" sz="1200" u="none" cap="none" strike="noStrike">
                <a:solidFill>
                  <a:srgbClr val="0070C0"/>
                </a:solidFill>
                <a:latin typeface="Times New Roman"/>
                <a:ea typeface="Times New Roman"/>
                <a:cs typeface="Times New Roman"/>
                <a:sym typeface="Times New Roman"/>
              </a:defRPr>
            </a:lvl7pPr>
            <a:lvl8pPr indent="0" lvl="7" marL="0" marR="0" rtl="0" algn="r">
              <a:lnSpc>
                <a:spcPct val="100000"/>
              </a:lnSpc>
              <a:spcBef>
                <a:spcPts val="0"/>
              </a:spcBef>
              <a:spcAft>
                <a:spcPts val="0"/>
              </a:spcAft>
              <a:buClr>
                <a:srgbClr val="000000"/>
              </a:buClr>
              <a:buSzPts val="1200"/>
              <a:buFont typeface="Arial"/>
              <a:buNone/>
              <a:defRPr b="1" i="0" sz="1200" u="none" cap="none" strike="noStrike">
                <a:solidFill>
                  <a:srgbClr val="0070C0"/>
                </a:solidFill>
                <a:latin typeface="Times New Roman"/>
                <a:ea typeface="Times New Roman"/>
                <a:cs typeface="Times New Roman"/>
                <a:sym typeface="Times New Roman"/>
              </a:defRPr>
            </a:lvl8pPr>
            <a:lvl9pPr indent="0" lvl="8" marL="0" marR="0" rtl="0" algn="r">
              <a:lnSpc>
                <a:spcPct val="100000"/>
              </a:lnSpc>
              <a:spcBef>
                <a:spcPts val="0"/>
              </a:spcBef>
              <a:spcAft>
                <a:spcPts val="0"/>
              </a:spcAft>
              <a:buClr>
                <a:srgbClr val="000000"/>
              </a:buClr>
              <a:buSzPts val="1200"/>
              <a:buFont typeface="Arial"/>
              <a:buNone/>
              <a:defRPr b="1" i="0" sz="1200" u="none" cap="none" strike="noStrike">
                <a:solidFill>
                  <a:srgbClr val="0070C0"/>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
        <p:nvSpPr>
          <p:cNvPr id="11" name="Google Shape;11;p12"/>
          <p:cNvSpPr/>
          <p:nvPr/>
        </p:nvSpPr>
        <p:spPr>
          <a:xfrm>
            <a:off x="0" y="0"/>
            <a:ext cx="9144000" cy="838200"/>
          </a:xfrm>
          <a:prstGeom prst="rect">
            <a:avLst/>
          </a:prstGeom>
          <a:solidFill>
            <a:srgbClr val="FF33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 name="Google Shape;12;p12"/>
          <p:cNvSpPr/>
          <p:nvPr/>
        </p:nvSpPr>
        <p:spPr>
          <a:xfrm flipH="1" rot="10800000">
            <a:off x="0" y="6705600"/>
            <a:ext cx="9144000" cy="198116"/>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LOGO.gif" id="13" name="Google Shape;13;p12"/>
          <p:cNvPicPr preferRelativeResize="0"/>
          <p:nvPr/>
        </p:nvPicPr>
        <p:blipFill rotWithShape="1">
          <a:blip r:embed="rId1">
            <a:alphaModFix/>
          </a:blip>
          <a:srcRect b="10713" l="0" r="0" t="0"/>
          <a:stretch/>
        </p:blipFill>
        <p:spPr>
          <a:xfrm>
            <a:off x="6553200" y="228600"/>
            <a:ext cx="2057400" cy="635000"/>
          </a:xfrm>
          <a:prstGeom prst="rect">
            <a:avLst/>
          </a:prstGeom>
          <a:noFill/>
          <a:ln>
            <a:noFill/>
          </a:ln>
        </p:spPr>
      </p:pic>
      <p:pic>
        <p:nvPicPr>
          <p:cNvPr descr="LOGO.gif" id="14" name="Google Shape;14;p12"/>
          <p:cNvPicPr preferRelativeResize="0"/>
          <p:nvPr/>
        </p:nvPicPr>
        <p:blipFill rotWithShape="1">
          <a:blip r:embed="rId1">
            <a:alphaModFix/>
          </a:blip>
          <a:srcRect b="10713" l="0" r="0" t="0"/>
          <a:stretch/>
        </p:blipFill>
        <p:spPr>
          <a:xfrm>
            <a:off x="6553200" y="228600"/>
            <a:ext cx="2057400" cy="635000"/>
          </a:xfrm>
          <a:prstGeom prst="rect">
            <a:avLst/>
          </a:prstGeom>
          <a:noFill/>
          <a:ln>
            <a:noFill/>
          </a:ln>
        </p:spPr>
      </p:pic>
      <p:grpSp>
        <p:nvGrpSpPr>
          <p:cNvPr id="15" name="Google Shape;15;p12"/>
          <p:cNvGrpSpPr/>
          <p:nvPr/>
        </p:nvGrpSpPr>
        <p:grpSpPr>
          <a:xfrm>
            <a:off x="6146800" y="0"/>
            <a:ext cx="2997200" cy="876300"/>
            <a:chOff x="6096000" y="3924300"/>
            <a:chExt cx="2997200" cy="876300"/>
          </a:xfrm>
        </p:grpSpPr>
        <p:sp>
          <p:nvSpPr>
            <p:cNvPr id="16" name="Google Shape;16;p12"/>
            <p:cNvSpPr/>
            <p:nvPr/>
          </p:nvSpPr>
          <p:spPr>
            <a:xfrm>
              <a:off x="6096000" y="3924300"/>
              <a:ext cx="2997200" cy="838200"/>
            </a:xfrm>
            <a:prstGeom prst="rect">
              <a:avLst/>
            </a:prstGeom>
            <a:solidFill>
              <a:srgbClr val="FF33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LOGO.gif" id="17" name="Google Shape;17;p12"/>
            <p:cNvPicPr preferRelativeResize="0"/>
            <p:nvPr/>
          </p:nvPicPr>
          <p:blipFill rotWithShape="1">
            <a:blip r:embed="rId1">
              <a:alphaModFix/>
            </a:blip>
            <a:srcRect b="10713" l="0" r="0" t="0"/>
            <a:stretch/>
          </p:blipFill>
          <p:spPr>
            <a:xfrm>
              <a:off x="6502400" y="4152900"/>
              <a:ext cx="2057400" cy="635000"/>
            </a:xfrm>
            <a:prstGeom prst="rect">
              <a:avLst/>
            </a:prstGeom>
            <a:noFill/>
            <a:ln>
              <a:noFill/>
            </a:ln>
          </p:spPr>
        </p:pic>
        <p:sp>
          <p:nvSpPr>
            <p:cNvPr id="18" name="Google Shape;18;p12"/>
            <p:cNvSpPr/>
            <p:nvPr/>
          </p:nvSpPr>
          <p:spPr>
            <a:xfrm>
              <a:off x="6477000" y="4114800"/>
              <a:ext cx="2076450" cy="6858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pic>
        <p:nvPicPr>
          <p:cNvPr descr="logo.jpg" id="19" name="Google Shape;19;p12"/>
          <p:cNvPicPr preferRelativeResize="0"/>
          <p:nvPr/>
        </p:nvPicPr>
        <p:blipFill rotWithShape="1">
          <a:blip r:embed="rId2">
            <a:alphaModFix/>
          </a:blip>
          <a:srcRect b="0" l="0" r="0" t="0"/>
          <a:stretch/>
        </p:blipFill>
        <p:spPr>
          <a:xfrm>
            <a:off x="6553200" y="228600"/>
            <a:ext cx="1920875" cy="609600"/>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3"/>
    <p:sldLayoutId id="2147483650" r:id="rId4"/>
    <p:sldLayoutId id="2147483651" r:id="rId5"/>
  </p:sldLayoutIdLst>
  <p:transition advTm="4000">
    <p:cut/>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5.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1.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7.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hyperlink" Target="https://python.langchain.com/docs/introduction/" TargetMode="External"/><Relationship Id="rId4" Type="http://schemas.openxmlformats.org/officeDocument/2006/relationships/hyperlink" Target="https://docs.tavily.com/" TargetMode="External"/><Relationship Id="rId10" Type="http://schemas.openxmlformats.org/officeDocument/2006/relationships/hyperlink" Target="https://huggingface.co/" TargetMode="External"/><Relationship Id="rId9" Type="http://schemas.openxmlformats.org/officeDocument/2006/relationships/hyperlink" Target="https://aistudio.google.com/" TargetMode="External"/><Relationship Id="rId5" Type="http://schemas.openxmlformats.org/officeDocument/2006/relationships/hyperlink" Target="https://docs.streamlit.io/" TargetMode="External"/><Relationship Id="rId6" Type="http://schemas.openxmlformats.org/officeDocument/2006/relationships/hyperlink" Target="https://flask.palletsprojects.com/" TargetMode="External"/><Relationship Id="rId7" Type="http://schemas.openxmlformats.org/officeDocument/2006/relationships/hyperlink" Target="https://www.mongodb.com/docs/" TargetMode="External"/><Relationship Id="rId8" Type="http://schemas.openxmlformats.org/officeDocument/2006/relationships/hyperlink" Target="https://docs.python.org/3/"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6.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 name="Shape 45"/>
        <p:cNvGrpSpPr/>
        <p:nvPr/>
      </p:nvGrpSpPr>
      <p:grpSpPr>
        <a:xfrm>
          <a:off x="0" y="0"/>
          <a:ext cx="0" cy="0"/>
          <a:chOff x="0" y="0"/>
          <a:chExt cx="0" cy="0"/>
        </a:xfrm>
      </p:grpSpPr>
      <p:sp>
        <p:nvSpPr>
          <p:cNvPr id="46" name="Google Shape;46;p1"/>
          <p:cNvSpPr txBox="1"/>
          <p:nvPr/>
        </p:nvSpPr>
        <p:spPr>
          <a:xfrm>
            <a:off x="1030158" y="1265725"/>
            <a:ext cx="7560900" cy="1200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600"/>
              <a:buFont typeface="Arial"/>
              <a:buNone/>
            </a:pPr>
            <a:r>
              <a:rPr b="0" i="0" lang="en-US" sz="3600" u="none" cap="none" strike="noStrike">
                <a:solidFill>
                  <a:srgbClr val="FF0000"/>
                </a:solidFill>
                <a:latin typeface="Arial Black"/>
                <a:ea typeface="Arial Black"/>
                <a:cs typeface="Arial Black"/>
                <a:sym typeface="Arial Black"/>
              </a:rPr>
              <a:t>Project Based Learning V (22AI014)</a:t>
            </a:r>
            <a:endParaRPr b="0" i="0" sz="1400" u="none" cap="none" strike="noStrike">
              <a:solidFill>
                <a:srgbClr val="000000"/>
              </a:solidFill>
              <a:latin typeface="Arial"/>
              <a:ea typeface="Arial"/>
              <a:cs typeface="Arial"/>
              <a:sym typeface="Arial"/>
            </a:endParaRPr>
          </a:p>
        </p:txBody>
      </p:sp>
      <p:sp>
        <p:nvSpPr>
          <p:cNvPr id="47" name="Google Shape;47;p1"/>
          <p:cNvSpPr txBox="1"/>
          <p:nvPr/>
        </p:nvSpPr>
        <p:spPr>
          <a:xfrm>
            <a:off x="3275856" y="4653136"/>
            <a:ext cx="255198" cy="95410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Times New Roman"/>
                <a:ea typeface="Times New Roman"/>
                <a:cs typeface="Times New Roman"/>
                <a:sym typeface="Times New Roman"/>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8" name="Google Shape;48;p1"/>
          <p:cNvSpPr txBox="1"/>
          <p:nvPr/>
        </p:nvSpPr>
        <p:spPr>
          <a:xfrm>
            <a:off x="2104886" y="2632336"/>
            <a:ext cx="5112600" cy="2862900"/>
          </a:xfrm>
          <a:prstGeom prst="rect">
            <a:avLst/>
          </a:prstGeom>
          <a:solidFill>
            <a:srgbClr val="FABF8E"/>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Times New Roman"/>
                <a:ea typeface="Times New Roman"/>
                <a:cs typeface="Times New Roman"/>
                <a:sym typeface="Times New Roman"/>
              </a:rPr>
              <a:t>Team Details: Vaidehi Vij (2310993945)</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Times New Roman"/>
                <a:ea typeface="Times New Roman"/>
                <a:cs typeface="Times New Roman"/>
                <a:sym typeface="Times New Roman"/>
              </a:rPr>
              <a:t>	         	  Yasha Vaid (2310993964)</a:t>
            </a:r>
            <a:endParaRPr b="0" i="0" sz="20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chemeClr val="dk1"/>
              </a:buClr>
              <a:buSzPts val="2000"/>
              <a:buFont typeface="Arial"/>
              <a:buNone/>
            </a:pPr>
            <a:r>
              <a:rPr lang="en-US" sz="2000">
                <a:solidFill>
                  <a:schemeClr val="dk1"/>
                </a:solidFill>
                <a:latin typeface="Times New Roman"/>
                <a:ea typeface="Times New Roman"/>
                <a:cs typeface="Times New Roman"/>
                <a:sym typeface="Times New Roman"/>
              </a:rPr>
              <a:t>			  Shubh Jain (2310993933)</a:t>
            </a:r>
            <a:endParaRPr sz="2000">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Times New Roman"/>
                <a:ea typeface="Times New Roman"/>
                <a:cs typeface="Times New Roman"/>
                <a:sym typeface="Times New Roman"/>
              </a:rPr>
              <a:t>	     </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Times New Roman"/>
                <a:ea typeface="Times New Roman"/>
                <a:cs typeface="Times New Roman"/>
                <a:sym typeface="Times New Roman"/>
              </a:rPr>
              <a:t>Department: CSE(AI)  </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Times New Roman"/>
                <a:ea typeface="Times New Roman"/>
                <a:cs typeface="Times New Roman"/>
                <a:sym typeface="Times New Roman"/>
              </a:rPr>
              <a:t>Section: C</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Times New Roman"/>
                <a:ea typeface="Times New Roman"/>
                <a:cs typeface="Times New Roman"/>
                <a:sym typeface="Times New Roman"/>
              </a:rPr>
              <a:t>Faculty Coordinator: Dr. Harshvardhan</a:t>
            </a:r>
            <a:endParaRPr b="0" i="0" sz="2000"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Calibri"/>
              <a:ea typeface="Calibri"/>
              <a:cs typeface="Calibri"/>
              <a:sym typeface="Calibri"/>
            </a:endParaRPr>
          </a:p>
        </p:txBody>
      </p:sp>
      <p:sp>
        <p:nvSpPr>
          <p:cNvPr id="49" name="Google Shape;49;p1"/>
          <p:cNvSpPr txBox="1"/>
          <p:nvPr/>
        </p:nvSpPr>
        <p:spPr>
          <a:xfrm>
            <a:off x="1187624" y="5661248"/>
            <a:ext cx="6947095" cy="70788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FF0000"/>
                </a:solidFill>
                <a:latin typeface="Times New Roman"/>
                <a:ea typeface="Times New Roman"/>
                <a:cs typeface="Times New Roman"/>
                <a:sym typeface="Times New Roman"/>
              </a:rPr>
              <a:t>Chitkara University Institute of Engineering and Technology,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rgbClr val="FF0000"/>
                </a:solidFill>
                <a:latin typeface="Times New Roman"/>
                <a:ea typeface="Times New Roman"/>
                <a:cs typeface="Times New Roman"/>
                <a:sym typeface="Times New Roman"/>
              </a:rPr>
              <a:t>Chitkara University, Punjab</a:t>
            </a:r>
            <a:endParaRPr b="0" i="0" sz="1400" u="none" cap="none" strike="noStrike">
              <a:solidFill>
                <a:srgbClr val="000000"/>
              </a:solidFill>
              <a:latin typeface="Arial"/>
              <a:ea typeface="Arial"/>
              <a:cs typeface="Arial"/>
              <a:sym typeface="Arial"/>
            </a:endParaRPr>
          </a:p>
        </p:txBody>
      </p:sp>
    </p:spTree>
  </p:cSld>
  <p:clrMapOvr>
    <a:masterClrMapping/>
  </p:clrMapOvr>
  <p:transition advTm="4000">
    <p:cut/>
  </p:transition>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2"/>
          <p:cNvSpPr txBox="1"/>
          <p:nvPr/>
        </p:nvSpPr>
        <p:spPr>
          <a:xfrm>
            <a:off x="0" y="0"/>
            <a:ext cx="5868300" cy="825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chemeClr val="dk1"/>
                </a:solidFill>
                <a:latin typeface="Times New Roman"/>
                <a:ea typeface="Times New Roman"/>
                <a:cs typeface="Times New Roman"/>
                <a:sym typeface="Times New Roman"/>
              </a:rPr>
              <a:t>Table of Contents</a:t>
            </a:r>
            <a:endParaRPr b="1" i="0" sz="1800" u="none" cap="none" strike="noStrike">
              <a:solidFill>
                <a:schemeClr val="dk1"/>
              </a:solidFill>
              <a:latin typeface="Times New Roman"/>
              <a:ea typeface="Times New Roman"/>
              <a:cs typeface="Times New Roman"/>
              <a:sym typeface="Times New Roman"/>
            </a:endParaRPr>
          </a:p>
        </p:txBody>
      </p:sp>
      <p:sp>
        <p:nvSpPr>
          <p:cNvPr id="55" name="Google Shape;55;p2"/>
          <p:cNvSpPr txBox="1"/>
          <p:nvPr/>
        </p:nvSpPr>
        <p:spPr>
          <a:xfrm>
            <a:off x="189078" y="1160128"/>
            <a:ext cx="6912900" cy="4402200"/>
          </a:xfrm>
          <a:prstGeom prst="rect">
            <a:avLst/>
          </a:prstGeom>
          <a:noFill/>
          <a:ln>
            <a:noFill/>
          </a:ln>
        </p:spPr>
        <p:txBody>
          <a:bodyPr anchorCtr="0" anchor="t" bIns="45700" lIns="91425" spcFirstLastPara="1" rIns="91425" wrap="square" tIns="45700">
            <a:spAutoFit/>
          </a:bodyPr>
          <a:lstStyle/>
          <a:p>
            <a:pPr indent="-177800" lvl="0" marL="0" marR="0" rtl="0" algn="l">
              <a:lnSpc>
                <a:spcPct val="150000"/>
              </a:lnSpc>
              <a:spcBef>
                <a:spcPts val="0"/>
              </a:spcBef>
              <a:spcAft>
                <a:spcPts val="0"/>
              </a:spcAft>
              <a:buClr>
                <a:schemeClr val="dk1"/>
              </a:buClr>
              <a:buSzPts val="2800"/>
              <a:buFont typeface="Arial"/>
              <a:buChar char="•"/>
            </a:pPr>
            <a:r>
              <a:rPr b="0" i="0" lang="en-US" sz="2800" u="none" cap="none" strike="noStrike">
                <a:solidFill>
                  <a:schemeClr val="dk1"/>
                </a:solidFill>
                <a:latin typeface="Times New Roman"/>
                <a:ea typeface="Times New Roman"/>
                <a:cs typeface="Times New Roman"/>
                <a:sym typeface="Times New Roman"/>
              </a:rPr>
              <a:t> Introduction</a:t>
            </a:r>
            <a:endParaRPr b="0" i="0" sz="2800" u="none" cap="none" strike="noStrike">
              <a:solidFill>
                <a:srgbClr val="000000"/>
              </a:solidFill>
              <a:latin typeface="Arial"/>
              <a:ea typeface="Arial"/>
              <a:cs typeface="Arial"/>
              <a:sym typeface="Arial"/>
            </a:endParaRPr>
          </a:p>
          <a:p>
            <a:pPr indent="-177800" lvl="0" marL="0" marR="0" rtl="0" algn="l">
              <a:lnSpc>
                <a:spcPct val="150000"/>
              </a:lnSpc>
              <a:spcBef>
                <a:spcPts val="0"/>
              </a:spcBef>
              <a:spcAft>
                <a:spcPts val="0"/>
              </a:spcAft>
              <a:buClr>
                <a:schemeClr val="dk1"/>
              </a:buClr>
              <a:buSzPts val="2800"/>
              <a:buFont typeface="Arial"/>
              <a:buChar char="•"/>
            </a:pPr>
            <a:r>
              <a:rPr b="0" i="0" lang="en-US" sz="2800" u="none" cap="none" strike="noStrike">
                <a:solidFill>
                  <a:schemeClr val="dk1"/>
                </a:solidFill>
                <a:latin typeface="Times New Roman"/>
                <a:ea typeface="Times New Roman"/>
                <a:cs typeface="Times New Roman"/>
                <a:sym typeface="Times New Roman"/>
              </a:rPr>
              <a:t> Problem Statement</a:t>
            </a:r>
            <a:endParaRPr b="0" i="0" sz="2800" u="none" cap="none" strike="noStrike">
              <a:solidFill>
                <a:srgbClr val="000000"/>
              </a:solidFill>
              <a:latin typeface="Arial"/>
              <a:ea typeface="Arial"/>
              <a:cs typeface="Arial"/>
              <a:sym typeface="Arial"/>
            </a:endParaRPr>
          </a:p>
          <a:p>
            <a:pPr indent="-177800" lvl="0" marL="0" marR="0" rtl="0" algn="l">
              <a:lnSpc>
                <a:spcPct val="150000"/>
              </a:lnSpc>
              <a:spcBef>
                <a:spcPts val="0"/>
              </a:spcBef>
              <a:spcAft>
                <a:spcPts val="0"/>
              </a:spcAft>
              <a:buClr>
                <a:schemeClr val="dk1"/>
              </a:buClr>
              <a:buSzPts val="2800"/>
              <a:buFont typeface="Arial"/>
              <a:buChar char="•"/>
            </a:pPr>
            <a:r>
              <a:rPr b="0" i="0" lang="en-US" sz="2800" u="none" cap="none" strike="noStrike">
                <a:solidFill>
                  <a:schemeClr val="dk1"/>
                </a:solidFill>
                <a:latin typeface="Times New Roman"/>
                <a:ea typeface="Times New Roman"/>
                <a:cs typeface="Times New Roman"/>
                <a:sym typeface="Times New Roman"/>
              </a:rPr>
              <a:t> Technical Details</a:t>
            </a:r>
            <a:endParaRPr b="0" i="0" sz="2800" u="none" cap="none" strike="noStrike">
              <a:solidFill>
                <a:schemeClr val="dk1"/>
              </a:solidFill>
              <a:latin typeface="Times New Roman"/>
              <a:ea typeface="Times New Roman"/>
              <a:cs typeface="Times New Roman"/>
              <a:sym typeface="Times New Roman"/>
            </a:endParaRPr>
          </a:p>
          <a:p>
            <a:pPr indent="-177800" lvl="0" marL="0" marR="0" rtl="0" algn="l">
              <a:lnSpc>
                <a:spcPct val="150000"/>
              </a:lnSpc>
              <a:spcBef>
                <a:spcPts val="0"/>
              </a:spcBef>
              <a:spcAft>
                <a:spcPts val="0"/>
              </a:spcAft>
              <a:buClr>
                <a:schemeClr val="dk1"/>
              </a:buClr>
              <a:buSzPts val="2800"/>
              <a:buFont typeface="Times New Roman"/>
              <a:buChar char="•"/>
            </a:pPr>
            <a:r>
              <a:rPr b="0" i="0" lang="en-US" sz="2800" u="none" cap="none" strike="noStrike">
                <a:solidFill>
                  <a:schemeClr val="dk1"/>
                </a:solidFill>
                <a:latin typeface="Times New Roman"/>
                <a:ea typeface="Times New Roman"/>
                <a:cs typeface="Times New Roman"/>
                <a:sym typeface="Times New Roman"/>
              </a:rPr>
              <a:t> Key Features </a:t>
            </a:r>
            <a:endParaRPr b="0" i="0" sz="2800" u="none" cap="none" strike="noStrike">
              <a:solidFill>
                <a:schemeClr val="dk1"/>
              </a:solidFill>
              <a:latin typeface="Times New Roman"/>
              <a:ea typeface="Times New Roman"/>
              <a:cs typeface="Times New Roman"/>
              <a:sym typeface="Times New Roman"/>
            </a:endParaRPr>
          </a:p>
          <a:p>
            <a:pPr indent="-177800" lvl="0" marL="0" marR="0" rtl="0" algn="l">
              <a:lnSpc>
                <a:spcPct val="150000"/>
              </a:lnSpc>
              <a:spcBef>
                <a:spcPts val="0"/>
              </a:spcBef>
              <a:spcAft>
                <a:spcPts val="0"/>
              </a:spcAft>
              <a:buClr>
                <a:schemeClr val="dk1"/>
              </a:buClr>
              <a:buSzPts val="2800"/>
              <a:buFont typeface="Times New Roman"/>
              <a:buChar char="•"/>
            </a:pPr>
            <a:r>
              <a:rPr b="0" i="0" lang="en-US" sz="2800" u="none" cap="none" strike="noStrike">
                <a:solidFill>
                  <a:schemeClr val="dk1"/>
                </a:solidFill>
                <a:latin typeface="Times New Roman"/>
                <a:ea typeface="Times New Roman"/>
                <a:cs typeface="Times New Roman"/>
                <a:sym typeface="Times New Roman"/>
              </a:rPr>
              <a:t> Project Highlights</a:t>
            </a:r>
            <a:endParaRPr b="0" i="0" sz="2800" u="none" cap="none" strike="noStrike">
              <a:solidFill>
                <a:schemeClr val="dk1"/>
              </a:solidFill>
              <a:latin typeface="Times New Roman"/>
              <a:ea typeface="Times New Roman"/>
              <a:cs typeface="Times New Roman"/>
              <a:sym typeface="Times New Roman"/>
            </a:endParaRPr>
          </a:p>
          <a:p>
            <a:pPr indent="-177800" lvl="0" marL="0" marR="0" rtl="0" algn="l">
              <a:lnSpc>
                <a:spcPct val="150000"/>
              </a:lnSpc>
              <a:spcBef>
                <a:spcPts val="0"/>
              </a:spcBef>
              <a:spcAft>
                <a:spcPts val="0"/>
              </a:spcAft>
              <a:buClr>
                <a:schemeClr val="dk1"/>
              </a:buClr>
              <a:buSzPts val="2800"/>
              <a:buFont typeface="Times New Roman"/>
              <a:buChar char="•"/>
            </a:pPr>
            <a:r>
              <a:rPr b="0" i="0" lang="en-US" sz="2800" u="none" cap="none" strike="noStrike">
                <a:solidFill>
                  <a:schemeClr val="dk1"/>
                </a:solidFill>
                <a:latin typeface="Times New Roman"/>
                <a:ea typeface="Times New Roman"/>
                <a:cs typeface="Times New Roman"/>
                <a:sym typeface="Times New Roman"/>
              </a:rPr>
              <a:t> Conclusion</a:t>
            </a:r>
            <a:endParaRPr b="0" i="0" sz="2800" u="none" cap="none" strike="noStrike">
              <a:solidFill>
                <a:schemeClr val="dk1"/>
              </a:solidFill>
              <a:latin typeface="Times New Roman"/>
              <a:ea typeface="Times New Roman"/>
              <a:cs typeface="Times New Roman"/>
              <a:sym typeface="Times New Roman"/>
            </a:endParaRPr>
          </a:p>
          <a:p>
            <a:pPr indent="-177800" lvl="0" marL="0" marR="0" rtl="0" algn="l">
              <a:lnSpc>
                <a:spcPct val="150000"/>
              </a:lnSpc>
              <a:spcBef>
                <a:spcPts val="0"/>
              </a:spcBef>
              <a:spcAft>
                <a:spcPts val="0"/>
              </a:spcAft>
              <a:buClr>
                <a:schemeClr val="dk1"/>
              </a:buClr>
              <a:buSzPts val="2800"/>
              <a:buFont typeface="Times New Roman"/>
              <a:buChar char="•"/>
            </a:pPr>
            <a:r>
              <a:rPr b="0" i="0" lang="en-US" sz="2800" u="none" cap="none" strike="noStrike">
                <a:solidFill>
                  <a:schemeClr val="dk1"/>
                </a:solidFill>
                <a:latin typeface="Times New Roman"/>
                <a:ea typeface="Times New Roman"/>
                <a:cs typeface="Times New Roman"/>
                <a:sym typeface="Times New Roman"/>
              </a:rPr>
              <a:t> References</a:t>
            </a:r>
            <a:endParaRPr b="0" i="0" sz="2800" u="none" cap="none" strike="noStrike">
              <a:solidFill>
                <a:schemeClr val="dk1"/>
              </a:solidFill>
              <a:latin typeface="Times New Roman"/>
              <a:ea typeface="Times New Roman"/>
              <a:cs typeface="Times New Roman"/>
              <a:sym typeface="Times New Roman"/>
            </a:endParaRPr>
          </a:p>
        </p:txBody>
      </p:sp>
    </p:spTree>
  </p:cSld>
  <p:clrMapOvr>
    <a:masterClrMapping/>
  </p:clrMapOvr>
  <p:transition advTm="4000">
    <p:cut/>
  </p:transition>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3"/>
          <p:cNvSpPr txBox="1"/>
          <p:nvPr/>
        </p:nvSpPr>
        <p:spPr>
          <a:xfrm>
            <a:off x="0" y="0"/>
            <a:ext cx="5868300" cy="8391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Times New Roman"/>
                <a:ea typeface="Times New Roman"/>
                <a:cs typeface="Times New Roman"/>
                <a:sym typeface="Times New Roman"/>
              </a:rPr>
              <a:t>    Introduction</a:t>
            </a:r>
            <a:endParaRPr b="0" i="0" sz="1400" u="none" cap="none" strike="noStrike">
              <a:solidFill>
                <a:srgbClr val="000000"/>
              </a:solidFill>
              <a:latin typeface="Arial"/>
              <a:ea typeface="Arial"/>
              <a:cs typeface="Arial"/>
              <a:sym typeface="Arial"/>
            </a:endParaRPr>
          </a:p>
        </p:txBody>
      </p:sp>
      <p:sp>
        <p:nvSpPr>
          <p:cNvPr id="61" name="Google Shape;61;p3"/>
          <p:cNvSpPr/>
          <p:nvPr/>
        </p:nvSpPr>
        <p:spPr>
          <a:xfrm>
            <a:off x="395536" y="982427"/>
            <a:ext cx="8136900" cy="1569600"/>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1300"/>
              </a:spcBef>
              <a:spcAft>
                <a:spcPts val="0"/>
              </a:spcAft>
              <a:buClr>
                <a:schemeClr val="dk1"/>
              </a:buClr>
              <a:buSzPts val="1100"/>
              <a:buFont typeface="Arial"/>
              <a:buNone/>
            </a:pPr>
            <a:r>
              <a:rPr b="0" i="0" lang="en-US" sz="2200" u="none" cap="none" strike="noStrike">
                <a:solidFill>
                  <a:schemeClr val="dk1"/>
                </a:solidFill>
                <a:latin typeface="Times New Roman"/>
                <a:ea typeface="Times New Roman"/>
                <a:cs typeface="Times New Roman"/>
                <a:sym typeface="Times New Roman"/>
              </a:rPr>
              <a:t>In today’s fast-paced innovation ecosystem, countless ideas emerge daily, but only a few transform into successful ventures. The primary reason is the lack of early-stage validation and structured feedback. </a:t>
            </a:r>
            <a:r>
              <a:rPr b="1" i="0" lang="en-US" sz="2200" u="none" cap="none" strike="noStrike">
                <a:solidFill>
                  <a:schemeClr val="dk1"/>
                </a:solidFill>
                <a:latin typeface="Times New Roman"/>
                <a:ea typeface="Times New Roman"/>
                <a:cs typeface="Times New Roman"/>
                <a:sym typeface="Times New Roman"/>
              </a:rPr>
              <a:t>IdeaCritic</a:t>
            </a:r>
            <a:r>
              <a:rPr b="0" i="0" lang="en-US" sz="2200" u="none" cap="none" strike="noStrike">
                <a:solidFill>
                  <a:schemeClr val="dk1"/>
                </a:solidFill>
                <a:latin typeface="Times New Roman"/>
                <a:ea typeface="Times New Roman"/>
                <a:cs typeface="Times New Roman"/>
                <a:sym typeface="Times New Roman"/>
              </a:rPr>
              <a:t> bridges this gap through an AI-powered multi-agent evaluation platform that delivers data-driven, balanced insights on new ideas. By simulating an expert panel using AI agents — the </a:t>
            </a:r>
            <a:r>
              <a:rPr b="1" i="0" lang="en-US" sz="2200" u="none" cap="none" strike="noStrike">
                <a:solidFill>
                  <a:schemeClr val="dk1"/>
                </a:solidFill>
                <a:latin typeface="Times New Roman"/>
                <a:ea typeface="Times New Roman"/>
                <a:cs typeface="Times New Roman"/>
                <a:sym typeface="Times New Roman"/>
              </a:rPr>
              <a:t>Optimist</a:t>
            </a:r>
            <a:r>
              <a:rPr b="0" i="0" lang="en-US" sz="2200" u="none" cap="none" strike="noStrike">
                <a:solidFill>
                  <a:schemeClr val="dk1"/>
                </a:solidFill>
                <a:latin typeface="Times New Roman"/>
                <a:ea typeface="Times New Roman"/>
                <a:cs typeface="Times New Roman"/>
                <a:sym typeface="Times New Roman"/>
              </a:rPr>
              <a:t>, </a:t>
            </a:r>
            <a:r>
              <a:rPr b="1" i="0" lang="en-US" sz="2200" u="none" cap="none" strike="noStrike">
                <a:solidFill>
                  <a:schemeClr val="dk1"/>
                </a:solidFill>
                <a:latin typeface="Times New Roman"/>
                <a:ea typeface="Times New Roman"/>
                <a:cs typeface="Times New Roman"/>
                <a:sym typeface="Times New Roman"/>
              </a:rPr>
              <a:t>Critic</a:t>
            </a:r>
            <a:r>
              <a:rPr b="0" i="0" lang="en-US" sz="2200" u="none" cap="none" strike="noStrike">
                <a:solidFill>
                  <a:schemeClr val="dk1"/>
                </a:solidFill>
                <a:latin typeface="Times New Roman"/>
                <a:ea typeface="Times New Roman"/>
                <a:cs typeface="Times New Roman"/>
                <a:sym typeface="Times New Roman"/>
              </a:rPr>
              <a:t>, </a:t>
            </a:r>
            <a:r>
              <a:rPr b="1" i="0" lang="en-US" sz="2200" u="none" cap="none" strike="noStrike">
                <a:solidFill>
                  <a:schemeClr val="dk1"/>
                </a:solidFill>
                <a:latin typeface="Times New Roman"/>
                <a:ea typeface="Times New Roman"/>
                <a:cs typeface="Times New Roman"/>
                <a:sym typeface="Times New Roman"/>
              </a:rPr>
              <a:t>Evaluator</a:t>
            </a:r>
            <a:r>
              <a:rPr b="0" i="0" lang="en-US" sz="2200" u="none" cap="none" strike="noStrike">
                <a:solidFill>
                  <a:schemeClr val="dk1"/>
                </a:solidFill>
                <a:latin typeface="Times New Roman"/>
                <a:ea typeface="Times New Roman"/>
                <a:cs typeface="Times New Roman"/>
                <a:sym typeface="Times New Roman"/>
              </a:rPr>
              <a:t>, </a:t>
            </a:r>
            <a:r>
              <a:rPr b="1" i="0" lang="en-US" sz="2200" u="none" cap="none" strike="noStrike">
                <a:solidFill>
                  <a:schemeClr val="dk1"/>
                </a:solidFill>
                <a:latin typeface="Times New Roman"/>
                <a:ea typeface="Times New Roman"/>
                <a:cs typeface="Times New Roman"/>
                <a:sym typeface="Times New Roman"/>
              </a:rPr>
              <a:t>Market Analyst (RAG)</a:t>
            </a:r>
            <a:r>
              <a:rPr b="0" i="0" lang="en-US" sz="2200" u="none" cap="none" strike="noStrike">
                <a:solidFill>
                  <a:schemeClr val="dk1"/>
                </a:solidFill>
                <a:latin typeface="Times New Roman"/>
                <a:ea typeface="Times New Roman"/>
                <a:cs typeface="Times New Roman"/>
                <a:sym typeface="Times New Roman"/>
              </a:rPr>
              <a:t>, and </a:t>
            </a:r>
            <a:r>
              <a:rPr b="1" i="0" lang="en-US" sz="2200" u="none" cap="none" strike="noStrike">
                <a:solidFill>
                  <a:schemeClr val="dk1"/>
                </a:solidFill>
                <a:latin typeface="Times New Roman"/>
                <a:ea typeface="Times New Roman"/>
                <a:cs typeface="Times New Roman"/>
                <a:sym typeface="Times New Roman"/>
              </a:rPr>
              <a:t>Investor Bot</a:t>
            </a:r>
            <a:r>
              <a:rPr b="0" i="0" lang="en-US" sz="2200" u="none" cap="none" strike="noStrike">
                <a:solidFill>
                  <a:schemeClr val="dk1"/>
                </a:solidFill>
                <a:latin typeface="Times New Roman"/>
                <a:ea typeface="Times New Roman"/>
                <a:cs typeface="Times New Roman"/>
                <a:sym typeface="Times New Roman"/>
              </a:rPr>
              <a:t> — the system provides both supportive and critical perspectives. This structured debate ensures founders and students receive holistic, factual, and actionable feedback to refine their ideas effectively.</a:t>
            </a:r>
            <a:endParaRPr b="0" i="0" sz="2200" u="none" cap="none" strike="noStrike">
              <a:solidFill>
                <a:schemeClr val="dk1"/>
              </a:solidFill>
              <a:latin typeface="Times New Roman"/>
              <a:ea typeface="Times New Roman"/>
              <a:cs typeface="Times New Roman"/>
              <a:sym typeface="Times New Roman"/>
            </a:endParaRPr>
          </a:p>
        </p:txBody>
      </p:sp>
    </p:spTree>
  </p:cSld>
  <p:clrMapOvr>
    <a:masterClrMapping/>
  </p:clrMapOvr>
  <p:transition advTm="4000">
    <p:cut/>
  </p:transition>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4"/>
          <p:cNvSpPr txBox="1"/>
          <p:nvPr/>
        </p:nvSpPr>
        <p:spPr>
          <a:xfrm>
            <a:off x="0" y="1"/>
            <a:ext cx="5868300" cy="845400"/>
          </a:xfrm>
          <a:prstGeom prst="rect">
            <a:avLst/>
          </a:prstGeom>
          <a:noFill/>
          <a:ln>
            <a:noFill/>
          </a:ln>
        </p:spPr>
        <p:txBody>
          <a:bodyPr anchorCtr="0" anchor="ctr" bIns="45700" lIns="91425" spcFirstLastPara="1" rIns="91425" wrap="square" tIns="45700">
            <a:noAutofit/>
          </a:bodyPr>
          <a:lstStyle/>
          <a:p>
            <a:pPr indent="457200" lvl="0" marL="0" marR="0" rtl="0" algn="l">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Times New Roman"/>
                <a:ea typeface="Times New Roman"/>
                <a:cs typeface="Times New Roman"/>
                <a:sym typeface="Times New Roman"/>
              </a:rPr>
              <a:t>Problem Statement</a:t>
            </a:r>
            <a:endParaRPr b="0" i="0" sz="1400" u="none" cap="none" strike="noStrike">
              <a:solidFill>
                <a:srgbClr val="000000"/>
              </a:solidFill>
              <a:latin typeface="Arial"/>
              <a:ea typeface="Arial"/>
              <a:cs typeface="Arial"/>
              <a:sym typeface="Arial"/>
            </a:endParaRPr>
          </a:p>
        </p:txBody>
      </p:sp>
      <p:sp>
        <p:nvSpPr>
          <p:cNvPr id="67" name="Google Shape;67;p4"/>
          <p:cNvSpPr/>
          <p:nvPr/>
        </p:nvSpPr>
        <p:spPr>
          <a:xfrm>
            <a:off x="395536" y="981602"/>
            <a:ext cx="8136900" cy="1569600"/>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1300"/>
              </a:spcBef>
              <a:spcAft>
                <a:spcPts val="0"/>
              </a:spcAft>
              <a:buClr>
                <a:schemeClr val="dk1"/>
              </a:buClr>
              <a:buSzPts val="1100"/>
              <a:buFont typeface="Arial"/>
              <a:buNone/>
            </a:pPr>
            <a:r>
              <a:rPr b="0" i="0" lang="en-US" sz="2200" u="none" cap="none" strike="noStrike">
                <a:solidFill>
                  <a:schemeClr val="dk1"/>
                </a:solidFill>
                <a:latin typeface="Times New Roman"/>
                <a:ea typeface="Times New Roman"/>
                <a:cs typeface="Times New Roman"/>
                <a:sym typeface="Times New Roman"/>
              </a:rPr>
              <a:t>Most ideas fail to progress due to the lack of structured, data-driven evaluation in early stages. Innovators often rely on subjective opinions or limited research, leading to overlooked risks and poor decisions.</a:t>
            </a:r>
            <a:endParaRPr b="0" i="0" sz="2200" u="none" cap="none" strike="noStrike">
              <a:solidFill>
                <a:schemeClr val="dk1"/>
              </a:solidFill>
              <a:latin typeface="Times New Roman"/>
              <a:ea typeface="Times New Roman"/>
              <a:cs typeface="Times New Roman"/>
              <a:sym typeface="Times New Roman"/>
            </a:endParaRPr>
          </a:p>
          <a:p>
            <a:pPr indent="0" lvl="0" marL="0" marR="0" rtl="0" algn="just">
              <a:lnSpc>
                <a:spcPct val="150000"/>
              </a:lnSpc>
              <a:spcBef>
                <a:spcPts val="1300"/>
              </a:spcBef>
              <a:spcAft>
                <a:spcPts val="0"/>
              </a:spcAft>
              <a:buClr>
                <a:schemeClr val="dk1"/>
              </a:buClr>
              <a:buSzPts val="1100"/>
              <a:buFont typeface="Arial"/>
              <a:buNone/>
            </a:pPr>
            <a:r>
              <a:rPr b="0" i="0" lang="en-US" sz="2200" u="none" cap="none" strike="noStrike">
                <a:solidFill>
                  <a:schemeClr val="dk1"/>
                </a:solidFill>
                <a:latin typeface="Times New Roman"/>
                <a:ea typeface="Times New Roman"/>
                <a:cs typeface="Times New Roman"/>
                <a:sym typeface="Times New Roman"/>
              </a:rPr>
              <a:t>Traditional assessments are time-consuming, biased, and inconsistent, offering little factual validation.</a:t>
            </a:r>
            <a:endParaRPr b="0" i="0" sz="2200" u="none" cap="none" strike="noStrike">
              <a:solidFill>
                <a:schemeClr val="dk1"/>
              </a:solidFill>
              <a:latin typeface="Times New Roman"/>
              <a:ea typeface="Times New Roman"/>
              <a:cs typeface="Times New Roman"/>
              <a:sym typeface="Times New Roman"/>
            </a:endParaRPr>
          </a:p>
          <a:p>
            <a:pPr indent="0" lvl="0" marL="0" marR="0" rtl="0" algn="just">
              <a:lnSpc>
                <a:spcPct val="150000"/>
              </a:lnSpc>
              <a:spcBef>
                <a:spcPts val="1300"/>
              </a:spcBef>
              <a:spcAft>
                <a:spcPts val="0"/>
              </a:spcAft>
              <a:buClr>
                <a:schemeClr val="dk1"/>
              </a:buClr>
              <a:buSzPts val="1100"/>
              <a:buFont typeface="Arial"/>
              <a:buNone/>
            </a:pPr>
            <a:r>
              <a:rPr b="0" i="0" lang="en-US" sz="2200" u="none" cap="none" strike="noStrike">
                <a:solidFill>
                  <a:schemeClr val="dk1"/>
                </a:solidFill>
                <a:latin typeface="Times New Roman"/>
                <a:ea typeface="Times New Roman"/>
                <a:cs typeface="Times New Roman"/>
                <a:sym typeface="Times New Roman"/>
              </a:rPr>
              <a:t>IdeaCritic solves this by using AI-powered multi-agent analysis to deliver objective, real-time, and evidence-based feedback, helping innovators refine and validate their ideas effectively.</a:t>
            </a:r>
            <a:endParaRPr b="0" i="0" sz="2200" u="none" cap="none" strike="noStrike">
              <a:solidFill>
                <a:schemeClr val="dk1"/>
              </a:solidFill>
              <a:latin typeface="Times New Roman"/>
              <a:ea typeface="Times New Roman"/>
              <a:cs typeface="Times New Roman"/>
              <a:sym typeface="Times New Roman"/>
            </a:endParaRPr>
          </a:p>
          <a:p>
            <a:pPr indent="0" lvl="0" marL="0" marR="0" rtl="0" algn="just">
              <a:lnSpc>
                <a:spcPct val="150000"/>
              </a:lnSpc>
              <a:spcBef>
                <a:spcPts val="1300"/>
              </a:spcBef>
              <a:spcAft>
                <a:spcPts val="0"/>
              </a:spcAft>
              <a:buClr>
                <a:srgbClr val="000000"/>
              </a:buClr>
              <a:buSzPts val="2200"/>
              <a:buFont typeface="Arial"/>
              <a:buNone/>
            </a:pPr>
            <a:r>
              <a:rPr b="0" i="0" lang="en-US" sz="2200" u="none" cap="none" strike="noStrike">
                <a:solidFill>
                  <a:schemeClr val="dk1"/>
                </a:solidFill>
                <a:latin typeface="Times New Roman"/>
                <a:ea typeface="Times New Roman"/>
                <a:cs typeface="Times New Roman"/>
                <a:sym typeface="Times New Roman"/>
              </a:rPr>
              <a:t>It bridges the gap between human creativity and analytical precision, transforming vague concepts into actionable, well-assessed ideas.</a:t>
            </a:r>
            <a:endParaRPr b="0" i="0" sz="2200" u="none" cap="none" strike="noStrike">
              <a:solidFill>
                <a:schemeClr val="dk1"/>
              </a:solidFill>
              <a:latin typeface="Times New Roman"/>
              <a:ea typeface="Times New Roman"/>
              <a:cs typeface="Times New Roman"/>
              <a:sym typeface="Times New Roman"/>
            </a:endParaRPr>
          </a:p>
          <a:p>
            <a:pPr indent="0" lvl="0" marL="0" marR="0" rtl="0" algn="just">
              <a:lnSpc>
                <a:spcPct val="150000"/>
              </a:lnSpc>
              <a:spcBef>
                <a:spcPts val="1300"/>
              </a:spcBef>
              <a:spcAft>
                <a:spcPts val="0"/>
              </a:spcAft>
              <a:buClr>
                <a:srgbClr val="000000"/>
              </a:buClr>
              <a:buSzPts val="2200"/>
              <a:buFont typeface="Arial"/>
              <a:buNone/>
            </a:pPr>
            <a:r>
              <a:t/>
            </a:r>
            <a:endParaRPr b="0" i="0" sz="2200" u="none" cap="none" strike="noStrike">
              <a:solidFill>
                <a:schemeClr val="dk1"/>
              </a:solidFill>
              <a:latin typeface="Times New Roman"/>
              <a:ea typeface="Times New Roman"/>
              <a:cs typeface="Times New Roman"/>
              <a:sym typeface="Times New Roman"/>
            </a:endParaRPr>
          </a:p>
        </p:txBody>
      </p:sp>
    </p:spTree>
  </p:cSld>
  <p:clrMapOvr>
    <a:masterClrMapping/>
  </p:clrMapOvr>
  <p:transition advTm="4000">
    <p:cut/>
  </p:transition>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5"/>
          <p:cNvSpPr txBox="1"/>
          <p:nvPr/>
        </p:nvSpPr>
        <p:spPr>
          <a:xfrm>
            <a:off x="0" y="0"/>
            <a:ext cx="5784900" cy="825600"/>
          </a:xfrm>
          <a:prstGeom prst="rect">
            <a:avLst/>
          </a:prstGeom>
          <a:noFill/>
          <a:ln>
            <a:noFill/>
          </a:ln>
        </p:spPr>
        <p:txBody>
          <a:bodyPr anchorCtr="0" anchor="ctr" bIns="45700" lIns="91425" spcFirstLastPara="1" rIns="91425" wrap="square" tIns="45700">
            <a:noAutofit/>
          </a:bodyPr>
          <a:lstStyle/>
          <a:p>
            <a:pPr indent="457200" lvl="0" marL="0" marR="0" rtl="0" algn="l">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Times New Roman"/>
                <a:ea typeface="Times New Roman"/>
                <a:cs typeface="Times New Roman"/>
                <a:sym typeface="Times New Roman"/>
              </a:rPr>
              <a:t>Technical Details</a:t>
            </a:r>
            <a:endParaRPr b="0" i="0" sz="1400" u="none" cap="none" strike="noStrike">
              <a:solidFill>
                <a:srgbClr val="000000"/>
              </a:solidFill>
              <a:latin typeface="Arial"/>
              <a:ea typeface="Arial"/>
              <a:cs typeface="Arial"/>
              <a:sym typeface="Arial"/>
            </a:endParaRPr>
          </a:p>
        </p:txBody>
      </p:sp>
      <p:sp>
        <p:nvSpPr>
          <p:cNvPr id="73" name="Google Shape;73;p5"/>
          <p:cNvSpPr/>
          <p:nvPr/>
        </p:nvSpPr>
        <p:spPr>
          <a:xfrm>
            <a:off x="382075" y="967695"/>
            <a:ext cx="8138100" cy="5424600"/>
          </a:xfrm>
          <a:prstGeom prst="rect">
            <a:avLst/>
          </a:prstGeom>
          <a:noFill/>
          <a:ln>
            <a:noFill/>
          </a:ln>
        </p:spPr>
        <p:txBody>
          <a:bodyPr anchorCtr="0" anchor="t" bIns="45700" lIns="91425" spcFirstLastPara="1" rIns="91425" wrap="square" tIns="45700">
            <a:spAutoFit/>
          </a:bodyPr>
          <a:lstStyle/>
          <a:p>
            <a:pPr indent="-368300" lvl="0" marL="457200" marR="0" rtl="0" algn="l">
              <a:lnSpc>
                <a:spcPct val="115000"/>
              </a:lnSpc>
              <a:spcBef>
                <a:spcPts val="1300"/>
              </a:spcBef>
              <a:spcAft>
                <a:spcPts val="0"/>
              </a:spcAft>
              <a:buClr>
                <a:schemeClr val="dk1"/>
              </a:buClr>
              <a:buSzPts val="2200"/>
              <a:buFont typeface="Times New Roman"/>
              <a:buChar char="●"/>
            </a:pPr>
            <a:r>
              <a:rPr b="1" i="0" lang="en-US" sz="2200" u="none" cap="none" strike="noStrike">
                <a:solidFill>
                  <a:schemeClr val="dk1"/>
                </a:solidFill>
                <a:latin typeface="Times New Roman"/>
                <a:ea typeface="Times New Roman"/>
                <a:cs typeface="Times New Roman"/>
                <a:sym typeface="Times New Roman"/>
              </a:rPr>
              <a:t>AI &amp; LLM: </a:t>
            </a:r>
            <a:r>
              <a:rPr b="0" i="0" lang="en-US" sz="2200" u="none" cap="none" strike="noStrike">
                <a:solidFill>
                  <a:schemeClr val="dk1"/>
                </a:solidFill>
                <a:latin typeface="Times New Roman"/>
                <a:ea typeface="Times New Roman"/>
                <a:cs typeface="Times New Roman"/>
                <a:sym typeface="Times New Roman"/>
              </a:rPr>
              <a:t>Google Gemma-3-12b-it for reasoning and critique generation.</a:t>
            </a:r>
            <a:endParaRPr b="0" i="0" sz="2200" u="none" cap="none" strike="noStrike">
              <a:solidFill>
                <a:schemeClr val="dk1"/>
              </a:solidFill>
              <a:latin typeface="Times New Roman"/>
              <a:ea typeface="Times New Roman"/>
              <a:cs typeface="Times New Roman"/>
              <a:sym typeface="Times New Roman"/>
            </a:endParaRPr>
          </a:p>
          <a:p>
            <a:pPr indent="-368300" lvl="0" marL="457200" marR="0" rtl="0" algn="l">
              <a:lnSpc>
                <a:spcPct val="115000"/>
              </a:lnSpc>
              <a:spcBef>
                <a:spcPts val="0"/>
              </a:spcBef>
              <a:spcAft>
                <a:spcPts val="0"/>
              </a:spcAft>
              <a:buClr>
                <a:schemeClr val="dk1"/>
              </a:buClr>
              <a:buSzPts val="2200"/>
              <a:buFont typeface="Times New Roman"/>
              <a:buChar char="●"/>
            </a:pPr>
            <a:r>
              <a:rPr b="1" i="0" lang="en-US" sz="2200" u="none" cap="none" strike="noStrike">
                <a:solidFill>
                  <a:schemeClr val="dk1"/>
                </a:solidFill>
                <a:latin typeface="Times New Roman"/>
                <a:ea typeface="Times New Roman"/>
                <a:cs typeface="Times New Roman"/>
                <a:sym typeface="Times New Roman"/>
              </a:rPr>
              <a:t>Frameworks:</a:t>
            </a:r>
            <a:r>
              <a:rPr b="0" i="0" lang="en-US" sz="2200" u="none" cap="none" strike="noStrike">
                <a:solidFill>
                  <a:schemeClr val="dk1"/>
                </a:solidFill>
                <a:latin typeface="Times New Roman"/>
                <a:ea typeface="Times New Roman"/>
                <a:cs typeface="Times New Roman"/>
                <a:sym typeface="Times New Roman"/>
              </a:rPr>
              <a:t> LangChain &amp; LangChain Google GenAI for agent orchestration and Gemini API integration.</a:t>
            </a:r>
            <a:endParaRPr b="0" i="0" sz="2200" u="none" cap="none" strike="noStrike">
              <a:solidFill>
                <a:schemeClr val="dk1"/>
              </a:solidFill>
              <a:latin typeface="Times New Roman"/>
              <a:ea typeface="Times New Roman"/>
              <a:cs typeface="Times New Roman"/>
              <a:sym typeface="Times New Roman"/>
            </a:endParaRPr>
          </a:p>
          <a:p>
            <a:pPr indent="-368300" lvl="0" marL="457200" marR="0" rtl="0" algn="l">
              <a:lnSpc>
                <a:spcPct val="115000"/>
              </a:lnSpc>
              <a:spcBef>
                <a:spcPts val="0"/>
              </a:spcBef>
              <a:spcAft>
                <a:spcPts val="0"/>
              </a:spcAft>
              <a:buClr>
                <a:schemeClr val="dk1"/>
              </a:buClr>
              <a:buSzPts val="2200"/>
              <a:buFont typeface="Times New Roman"/>
              <a:buChar char="●"/>
            </a:pPr>
            <a:r>
              <a:rPr b="1" i="0" lang="en-US" sz="2200" u="none" cap="none" strike="noStrike">
                <a:solidFill>
                  <a:schemeClr val="dk1"/>
                </a:solidFill>
                <a:latin typeface="Times New Roman"/>
                <a:ea typeface="Times New Roman"/>
                <a:cs typeface="Times New Roman"/>
                <a:sym typeface="Times New Roman"/>
              </a:rPr>
              <a:t>Frontend &amp; Backend:</a:t>
            </a:r>
            <a:r>
              <a:rPr b="0" i="0" lang="en-US" sz="2200" u="none" cap="none" strike="noStrike">
                <a:solidFill>
                  <a:schemeClr val="dk1"/>
                </a:solidFill>
                <a:latin typeface="Times New Roman"/>
                <a:ea typeface="Times New Roman"/>
                <a:cs typeface="Times New Roman"/>
                <a:sym typeface="Times New Roman"/>
              </a:rPr>
              <a:t> Streamlit interface handling idea input, real-time debate streaming, and report history.</a:t>
            </a:r>
            <a:endParaRPr b="0" i="0" sz="2200" u="none" cap="none" strike="noStrike">
              <a:solidFill>
                <a:schemeClr val="dk1"/>
              </a:solidFill>
              <a:latin typeface="Times New Roman"/>
              <a:ea typeface="Times New Roman"/>
              <a:cs typeface="Times New Roman"/>
              <a:sym typeface="Times New Roman"/>
            </a:endParaRPr>
          </a:p>
          <a:p>
            <a:pPr indent="-368300" lvl="0" marL="457200" marR="0" rtl="0" algn="l">
              <a:lnSpc>
                <a:spcPct val="115000"/>
              </a:lnSpc>
              <a:spcBef>
                <a:spcPts val="0"/>
              </a:spcBef>
              <a:spcAft>
                <a:spcPts val="0"/>
              </a:spcAft>
              <a:buClr>
                <a:schemeClr val="dk1"/>
              </a:buClr>
              <a:buSzPts val="2200"/>
              <a:buFont typeface="Times New Roman"/>
              <a:buChar char="●"/>
            </a:pPr>
            <a:r>
              <a:rPr b="1" i="0" lang="en-US" sz="2200" u="none" cap="none" strike="noStrike">
                <a:solidFill>
                  <a:schemeClr val="dk1"/>
                </a:solidFill>
                <a:latin typeface="Times New Roman"/>
                <a:ea typeface="Times New Roman"/>
                <a:cs typeface="Times New Roman"/>
                <a:sym typeface="Times New Roman"/>
              </a:rPr>
              <a:t>Market Intelligence:</a:t>
            </a:r>
            <a:r>
              <a:rPr b="0" i="0" lang="en-US" sz="2200" u="none" cap="none" strike="noStrike">
                <a:solidFill>
                  <a:schemeClr val="dk1"/>
                </a:solidFill>
                <a:latin typeface="Times New Roman"/>
                <a:ea typeface="Times New Roman"/>
                <a:cs typeface="Times New Roman"/>
                <a:sym typeface="Times New Roman"/>
              </a:rPr>
              <a:t> RAG pipeline using Tavily/Serper.dev APIs for real-time data retrieval.</a:t>
            </a:r>
            <a:endParaRPr b="0" i="0" sz="2200" u="none" cap="none" strike="noStrike">
              <a:solidFill>
                <a:schemeClr val="dk1"/>
              </a:solidFill>
              <a:latin typeface="Times New Roman"/>
              <a:ea typeface="Times New Roman"/>
              <a:cs typeface="Times New Roman"/>
              <a:sym typeface="Times New Roman"/>
            </a:endParaRPr>
          </a:p>
          <a:p>
            <a:pPr indent="-368300" lvl="0" marL="457200" marR="0" rtl="0" algn="l">
              <a:lnSpc>
                <a:spcPct val="115000"/>
              </a:lnSpc>
              <a:spcBef>
                <a:spcPts val="0"/>
              </a:spcBef>
              <a:spcAft>
                <a:spcPts val="0"/>
              </a:spcAft>
              <a:buClr>
                <a:schemeClr val="dk1"/>
              </a:buClr>
              <a:buSzPts val="2200"/>
              <a:buFont typeface="Times New Roman"/>
              <a:buChar char="●"/>
            </a:pPr>
            <a:r>
              <a:rPr b="1" i="0" lang="en-US" sz="2200" u="none" cap="none" strike="noStrike">
                <a:solidFill>
                  <a:schemeClr val="dk1"/>
                </a:solidFill>
                <a:latin typeface="Times New Roman"/>
                <a:ea typeface="Times New Roman"/>
                <a:cs typeface="Times New Roman"/>
                <a:sym typeface="Times New Roman"/>
              </a:rPr>
              <a:t>Evaluation Engine:</a:t>
            </a:r>
            <a:r>
              <a:rPr b="0" i="0" lang="en-US" sz="2200" u="none" cap="none" strike="noStrike">
                <a:solidFill>
                  <a:schemeClr val="dk1"/>
                </a:solidFill>
                <a:latin typeface="Times New Roman"/>
                <a:ea typeface="Times New Roman"/>
                <a:cs typeface="Times New Roman"/>
                <a:sym typeface="Times New Roman"/>
              </a:rPr>
              <a:t> Custom multi-factor scoring for innovation, feasibility, market fit, risk, and scalability.</a:t>
            </a:r>
            <a:endParaRPr b="0" i="0" sz="2200" u="none" cap="none" strike="noStrike">
              <a:solidFill>
                <a:schemeClr val="dk1"/>
              </a:solidFill>
              <a:latin typeface="Times New Roman"/>
              <a:ea typeface="Times New Roman"/>
              <a:cs typeface="Times New Roman"/>
              <a:sym typeface="Times New Roman"/>
            </a:endParaRPr>
          </a:p>
          <a:p>
            <a:pPr indent="-368300" lvl="0" marL="457200" marR="0" rtl="0" algn="l">
              <a:lnSpc>
                <a:spcPct val="115000"/>
              </a:lnSpc>
              <a:spcBef>
                <a:spcPts val="0"/>
              </a:spcBef>
              <a:spcAft>
                <a:spcPts val="0"/>
              </a:spcAft>
              <a:buClr>
                <a:schemeClr val="dk1"/>
              </a:buClr>
              <a:buSzPts val="2200"/>
              <a:buFont typeface="Times New Roman"/>
              <a:buChar char="●"/>
            </a:pPr>
            <a:r>
              <a:rPr b="1" i="0" lang="en-US" sz="2200" u="none" cap="none" strike="noStrike">
                <a:solidFill>
                  <a:schemeClr val="dk1"/>
                </a:solidFill>
                <a:latin typeface="Times New Roman"/>
                <a:ea typeface="Times New Roman"/>
                <a:cs typeface="Times New Roman"/>
                <a:sym typeface="Times New Roman"/>
              </a:rPr>
              <a:t>Data Utilities:</a:t>
            </a:r>
            <a:r>
              <a:rPr b="0" i="0" lang="en-US" sz="2200" u="none" cap="none" strike="noStrike">
                <a:solidFill>
                  <a:schemeClr val="dk1"/>
                </a:solidFill>
                <a:latin typeface="Times New Roman"/>
                <a:ea typeface="Times New Roman"/>
                <a:cs typeface="Times New Roman"/>
                <a:sym typeface="Times New Roman"/>
              </a:rPr>
              <a:t> pandas, numpy, pydantic, python-dotenv for handling and validation.</a:t>
            </a:r>
            <a:endParaRPr b="0" i="0" sz="2200" u="none" cap="none" strike="noStrike">
              <a:solidFill>
                <a:schemeClr val="dk1"/>
              </a:solidFill>
              <a:latin typeface="Times New Roman"/>
              <a:ea typeface="Times New Roman"/>
              <a:cs typeface="Times New Roman"/>
              <a:sym typeface="Times New Roman"/>
            </a:endParaRPr>
          </a:p>
          <a:p>
            <a:pPr indent="-368300" lvl="0" marL="457200" marR="0" rtl="0" algn="l">
              <a:lnSpc>
                <a:spcPct val="115000"/>
              </a:lnSpc>
              <a:spcBef>
                <a:spcPts val="0"/>
              </a:spcBef>
              <a:spcAft>
                <a:spcPts val="0"/>
              </a:spcAft>
              <a:buClr>
                <a:schemeClr val="dk1"/>
              </a:buClr>
              <a:buSzPts val="2200"/>
              <a:buFont typeface="Times New Roman"/>
              <a:buChar char="●"/>
            </a:pPr>
            <a:r>
              <a:rPr b="1" i="0" lang="en-US" sz="2200" u="none" cap="none" strike="noStrike">
                <a:solidFill>
                  <a:schemeClr val="dk1"/>
                </a:solidFill>
                <a:latin typeface="Times New Roman"/>
                <a:ea typeface="Times New Roman"/>
                <a:cs typeface="Times New Roman"/>
                <a:sym typeface="Times New Roman"/>
              </a:rPr>
              <a:t>Storage &amp; Reporting:</a:t>
            </a:r>
            <a:r>
              <a:rPr b="0" i="0" lang="en-US" sz="2200" u="none" cap="none" strike="noStrike">
                <a:solidFill>
                  <a:schemeClr val="dk1"/>
                </a:solidFill>
                <a:latin typeface="Times New Roman"/>
                <a:ea typeface="Times New Roman"/>
                <a:cs typeface="Times New Roman"/>
                <a:sym typeface="Times New Roman"/>
              </a:rPr>
              <a:t> MongoDB for analysis history and ReportLab/python-docx for generating downloadable reports.</a:t>
            </a:r>
            <a:endParaRPr b="0" i="0" sz="2200" u="none" cap="none" strike="noStrike">
              <a:solidFill>
                <a:schemeClr val="dk1"/>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rgbClr val="000000"/>
              </a:buClr>
              <a:buSzPts val="2200"/>
              <a:buFont typeface="Arial"/>
              <a:buNone/>
            </a:pPr>
            <a:r>
              <a:t/>
            </a:r>
            <a:endParaRPr b="1" i="0" sz="2200" u="none" cap="none" strike="noStrike">
              <a:solidFill>
                <a:srgbClr val="000000"/>
              </a:solidFill>
              <a:latin typeface="Times New Roman"/>
              <a:ea typeface="Times New Roman"/>
              <a:cs typeface="Times New Roman"/>
              <a:sym typeface="Times New Roman"/>
            </a:endParaRPr>
          </a:p>
        </p:txBody>
      </p:sp>
    </p:spTree>
  </p:cSld>
  <p:clrMapOvr>
    <a:masterClrMapping/>
  </p:clrMapOvr>
  <p:transition advTm="4000">
    <p:cut/>
  </p:transition>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6"/>
          <p:cNvSpPr txBox="1"/>
          <p:nvPr/>
        </p:nvSpPr>
        <p:spPr>
          <a:xfrm>
            <a:off x="0" y="0"/>
            <a:ext cx="5906100" cy="825600"/>
          </a:xfrm>
          <a:prstGeom prst="rect">
            <a:avLst/>
          </a:prstGeom>
          <a:noFill/>
          <a:ln>
            <a:noFill/>
          </a:ln>
        </p:spPr>
        <p:txBody>
          <a:bodyPr anchorCtr="0" anchor="ctr" bIns="45700" lIns="91425" spcFirstLastPara="1" rIns="91425" wrap="square" tIns="45700">
            <a:noAutofit/>
          </a:bodyPr>
          <a:lstStyle/>
          <a:p>
            <a:pPr indent="457200" lvl="0" marL="0" marR="0" rtl="0" algn="l">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Times New Roman"/>
                <a:ea typeface="Times New Roman"/>
                <a:cs typeface="Times New Roman"/>
                <a:sym typeface="Times New Roman"/>
              </a:rPr>
              <a:t>Key Features</a:t>
            </a:r>
            <a:endParaRPr b="0" i="0" sz="1400" u="none" cap="none" strike="noStrike">
              <a:solidFill>
                <a:srgbClr val="000000"/>
              </a:solidFill>
              <a:latin typeface="Arial"/>
              <a:ea typeface="Arial"/>
              <a:cs typeface="Arial"/>
              <a:sym typeface="Arial"/>
            </a:endParaRPr>
          </a:p>
        </p:txBody>
      </p:sp>
      <p:sp>
        <p:nvSpPr>
          <p:cNvPr id="79" name="Google Shape;79;p6"/>
          <p:cNvSpPr/>
          <p:nvPr/>
        </p:nvSpPr>
        <p:spPr>
          <a:xfrm>
            <a:off x="395525" y="1157550"/>
            <a:ext cx="8136900" cy="5392200"/>
          </a:xfrm>
          <a:prstGeom prst="rect">
            <a:avLst/>
          </a:prstGeom>
          <a:noFill/>
          <a:ln>
            <a:noFill/>
          </a:ln>
        </p:spPr>
        <p:txBody>
          <a:bodyPr anchorCtr="0" anchor="t" bIns="45700" lIns="91425" spcFirstLastPara="1" rIns="91425" wrap="square" tIns="45700">
            <a:spAutoFit/>
          </a:bodyPr>
          <a:lstStyle/>
          <a:p>
            <a:pPr indent="-368300" lvl="0" marL="457200" marR="0" rtl="0" algn="l">
              <a:lnSpc>
                <a:spcPct val="115000"/>
              </a:lnSpc>
              <a:spcBef>
                <a:spcPts val="0"/>
              </a:spcBef>
              <a:spcAft>
                <a:spcPts val="0"/>
              </a:spcAft>
              <a:buClr>
                <a:schemeClr val="dk1"/>
              </a:buClr>
              <a:buSzPts val="2200"/>
              <a:buFont typeface="Arial"/>
              <a:buChar char="●"/>
            </a:pPr>
            <a:r>
              <a:rPr b="0" i="0" lang="en-US" sz="2200" u="none" cap="none" strike="noStrike">
                <a:solidFill>
                  <a:schemeClr val="dk1"/>
                </a:solidFill>
                <a:latin typeface="Times New Roman"/>
                <a:ea typeface="Times New Roman"/>
                <a:cs typeface="Times New Roman"/>
                <a:sym typeface="Times New Roman"/>
              </a:rPr>
              <a:t>Multi-agent debate between Optimist, Critic, Evaluator, and Investor bots.</a:t>
            </a:r>
            <a:br>
              <a:rPr b="0" i="0" lang="en-US" sz="2200" u="none" cap="none" strike="noStrike">
                <a:solidFill>
                  <a:schemeClr val="dk1"/>
                </a:solidFill>
                <a:latin typeface="Times New Roman"/>
                <a:ea typeface="Times New Roman"/>
                <a:cs typeface="Times New Roman"/>
                <a:sym typeface="Times New Roman"/>
              </a:rPr>
            </a:br>
            <a:endParaRPr b="0" i="0" sz="2200" u="none" cap="none" strike="noStrike">
              <a:solidFill>
                <a:schemeClr val="dk1"/>
              </a:solidFill>
              <a:latin typeface="Times New Roman"/>
              <a:ea typeface="Times New Roman"/>
              <a:cs typeface="Times New Roman"/>
              <a:sym typeface="Times New Roman"/>
            </a:endParaRPr>
          </a:p>
          <a:p>
            <a:pPr indent="-368300" lvl="0" marL="457200" marR="0" rtl="0" algn="l">
              <a:lnSpc>
                <a:spcPct val="115000"/>
              </a:lnSpc>
              <a:spcBef>
                <a:spcPts val="0"/>
              </a:spcBef>
              <a:spcAft>
                <a:spcPts val="0"/>
              </a:spcAft>
              <a:buClr>
                <a:schemeClr val="dk1"/>
              </a:buClr>
              <a:buSzPts val="2200"/>
              <a:buFont typeface="Arial"/>
              <a:buChar char="●"/>
            </a:pPr>
            <a:r>
              <a:rPr b="0" i="0" lang="en-US" sz="2200" u="none" cap="none" strike="noStrike">
                <a:solidFill>
                  <a:schemeClr val="dk1"/>
                </a:solidFill>
                <a:latin typeface="Times New Roman"/>
                <a:ea typeface="Times New Roman"/>
                <a:cs typeface="Times New Roman"/>
                <a:sym typeface="Times New Roman"/>
              </a:rPr>
              <a:t>Real-time RAG-based market research using Tavily API.</a:t>
            </a:r>
            <a:br>
              <a:rPr b="0" i="0" lang="en-US" sz="2200" u="none" cap="none" strike="noStrike">
                <a:solidFill>
                  <a:schemeClr val="dk1"/>
                </a:solidFill>
                <a:latin typeface="Times New Roman"/>
                <a:ea typeface="Times New Roman"/>
                <a:cs typeface="Times New Roman"/>
                <a:sym typeface="Times New Roman"/>
              </a:rPr>
            </a:br>
            <a:endParaRPr b="0" i="0" sz="2200" u="none" cap="none" strike="noStrike">
              <a:solidFill>
                <a:schemeClr val="dk1"/>
              </a:solidFill>
              <a:latin typeface="Times New Roman"/>
              <a:ea typeface="Times New Roman"/>
              <a:cs typeface="Times New Roman"/>
              <a:sym typeface="Times New Roman"/>
            </a:endParaRPr>
          </a:p>
          <a:p>
            <a:pPr indent="-368300" lvl="0" marL="457200" marR="0" rtl="0" algn="l">
              <a:lnSpc>
                <a:spcPct val="115000"/>
              </a:lnSpc>
              <a:spcBef>
                <a:spcPts val="0"/>
              </a:spcBef>
              <a:spcAft>
                <a:spcPts val="0"/>
              </a:spcAft>
              <a:buClr>
                <a:schemeClr val="dk1"/>
              </a:buClr>
              <a:buSzPts val="2200"/>
              <a:buFont typeface="Arial"/>
              <a:buChar char="●"/>
            </a:pPr>
            <a:r>
              <a:rPr b="0" i="0" lang="en-US" sz="2200" u="none" cap="none" strike="noStrike">
                <a:solidFill>
                  <a:schemeClr val="dk1"/>
                </a:solidFill>
                <a:latin typeface="Times New Roman"/>
                <a:ea typeface="Times New Roman"/>
                <a:cs typeface="Times New Roman"/>
                <a:sym typeface="Times New Roman"/>
              </a:rPr>
              <a:t>Automated investment scoring and actionable recommendations.</a:t>
            </a:r>
            <a:br>
              <a:rPr b="0" i="0" lang="en-US" sz="2200" u="none" cap="none" strike="noStrike">
                <a:solidFill>
                  <a:schemeClr val="dk1"/>
                </a:solidFill>
                <a:latin typeface="Times New Roman"/>
                <a:ea typeface="Times New Roman"/>
                <a:cs typeface="Times New Roman"/>
                <a:sym typeface="Times New Roman"/>
              </a:rPr>
            </a:br>
            <a:endParaRPr b="0" i="0" sz="2200" u="none" cap="none" strike="noStrike">
              <a:solidFill>
                <a:schemeClr val="dk1"/>
              </a:solidFill>
              <a:latin typeface="Times New Roman"/>
              <a:ea typeface="Times New Roman"/>
              <a:cs typeface="Times New Roman"/>
              <a:sym typeface="Times New Roman"/>
            </a:endParaRPr>
          </a:p>
          <a:p>
            <a:pPr indent="-368300" lvl="0" marL="457200" marR="0" rtl="0" algn="l">
              <a:lnSpc>
                <a:spcPct val="115000"/>
              </a:lnSpc>
              <a:spcBef>
                <a:spcPts val="0"/>
              </a:spcBef>
              <a:spcAft>
                <a:spcPts val="0"/>
              </a:spcAft>
              <a:buClr>
                <a:schemeClr val="dk1"/>
              </a:buClr>
              <a:buSzPts val="2200"/>
              <a:buFont typeface="Arial"/>
              <a:buChar char="●"/>
            </a:pPr>
            <a:r>
              <a:rPr b="0" i="0" lang="en-US" sz="2200" u="none" cap="none" strike="noStrike">
                <a:solidFill>
                  <a:schemeClr val="dk1"/>
                </a:solidFill>
                <a:latin typeface="Times New Roman"/>
                <a:ea typeface="Times New Roman"/>
                <a:cs typeface="Times New Roman"/>
                <a:sym typeface="Times New Roman"/>
              </a:rPr>
              <a:t>Interactive Streamlit UI for seamless user experience.</a:t>
            </a:r>
            <a:br>
              <a:rPr b="0" i="0" lang="en-US" sz="2200" u="none" cap="none" strike="noStrike">
                <a:solidFill>
                  <a:schemeClr val="dk1"/>
                </a:solidFill>
                <a:latin typeface="Times New Roman"/>
                <a:ea typeface="Times New Roman"/>
                <a:cs typeface="Times New Roman"/>
                <a:sym typeface="Times New Roman"/>
              </a:rPr>
            </a:br>
            <a:endParaRPr b="0" i="0" sz="2200" u="none" cap="none" strike="noStrike">
              <a:solidFill>
                <a:schemeClr val="dk1"/>
              </a:solidFill>
              <a:latin typeface="Times New Roman"/>
              <a:ea typeface="Times New Roman"/>
              <a:cs typeface="Times New Roman"/>
              <a:sym typeface="Times New Roman"/>
            </a:endParaRPr>
          </a:p>
          <a:p>
            <a:pPr indent="-368300" lvl="0" marL="457200" marR="0" rtl="0" algn="l">
              <a:lnSpc>
                <a:spcPct val="115000"/>
              </a:lnSpc>
              <a:spcBef>
                <a:spcPts val="0"/>
              </a:spcBef>
              <a:spcAft>
                <a:spcPts val="0"/>
              </a:spcAft>
              <a:buClr>
                <a:schemeClr val="dk1"/>
              </a:buClr>
              <a:buSzPts val="2200"/>
              <a:buFont typeface="Arial"/>
              <a:buChar char="●"/>
            </a:pPr>
            <a:r>
              <a:rPr b="0" i="0" lang="en-US" sz="2200" u="none" cap="none" strike="noStrike">
                <a:solidFill>
                  <a:schemeClr val="dk1"/>
                </a:solidFill>
                <a:latin typeface="Times New Roman"/>
                <a:ea typeface="Times New Roman"/>
                <a:cs typeface="Times New Roman"/>
                <a:sym typeface="Times New Roman"/>
              </a:rPr>
              <a:t>PDF/Word report generation for documentation and sharing.</a:t>
            </a:r>
            <a:br>
              <a:rPr b="0" i="0" lang="en-US" sz="2200" u="none" cap="none" strike="noStrike">
                <a:solidFill>
                  <a:schemeClr val="dk1"/>
                </a:solidFill>
                <a:latin typeface="Times New Roman"/>
                <a:ea typeface="Times New Roman"/>
                <a:cs typeface="Times New Roman"/>
                <a:sym typeface="Times New Roman"/>
              </a:rPr>
            </a:br>
            <a:endParaRPr b="0" i="0" sz="2200" u="none" cap="none" strike="noStrike">
              <a:solidFill>
                <a:schemeClr val="dk1"/>
              </a:solidFill>
              <a:latin typeface="Times New Roman"/>
              <a:ea typeface="Times New Roman"/>
              <a:cs typeface="Times New Roman"/>
              <a:sym typeface="Times New Roman"/>
            </a:endParaRPr>
          </a:p>
          <a:p>
            <a:pPr indent="-368300" lvl="0" marL="457200" marR="0" rtl="0" algn="l">
              <a:lnSpc>
                <a:spcPct val="115000"/>
              </a:lnSpc>
              <a:spcBef>
                <a:spcPts val="0"/>
              </a:spcBef>
              <a:spcAft>
                <a:spcPts val="0"/>
              </a:spcAft>
              <a:buClr>
                <a:schemeClr val="dk1"/>
              </a:buClr>
              <a:buSzPts val="2200"/>
              <a:buFont typeface="Arial"/>
              <a:buChar char="●"/>
            </a:pPr>
            <a:r>
              <a:rPr b="0" i="0" lang="en-US" sz="2200" u="none" cap="none" strike="noStrike">
                <a:solidFill>
                  <a:schemeClr val="dk1"/>
                </a:solidFill>
                <a:latin typeface="Times New Roman"/>
                <a:ea typeface="Times New Roman"/>
                <a:cs typeface="Times New Roman"/>
                <a:sym typeface="Times New Roman"/>
              </a:rPr>
              <a:t>Persistent storage with MongoDB for revisiting past analyses.</a:t>
            </a:r>
            <a:endParaRPr b="0" i="0" sz="2200" u="none" cap="none" strike="noStrike">
              <a:solidFill>
                <a:schemeClr val="dk1"/>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rgbClr val="000000"/>
              </a:buClr>
              <a:buSzPts val="2200"/>
              <a:buFont typeface="Arial"/>
              <a:buNone/>
            </a:pPr>
            <a:r>
              <a:t/>
            </a:r>
            <a:endParaRPr b="0" i="0" sz="2200" u="none" cap="none" strike="noStrike">
              <a:solidFill>
                <a:schemeClr val="dk1"/>
              </a:solidFill>
              <a:latin typeface="Times New Roman"/>
              <a:ea typeface="Times New Roman"/>
              <a:cs typeface="Times New Roman"/>
              <a:sym typeface="Times New Roman"/>
            </a:endParaRPr>
          </a:p>
        </p:txBody>
      </p:sp>
    </p:spTree>
  </p:cSld>
  <p:clrMapOvr>
    <a:masterClrMapping/>
  </p:clrMapOvr>
  <p:transition advTm="4000">
    <p:cut/>
  </p:transition>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g31b73c69665_0_7"/>
          <p:cNvSpPr txBox="1"/>
          <p:nvPr>
            <p:ph type="title"/>
          </p:nvPr>
        </p:nvSpPr>
        <p:spPr>
          <a:xfrm>
            <a:off x="0" y="0"/>
            <a:ext cx="6477000" cy="838200"/>
          </a:xfrm>
          <a:prstGeom prst="rect">
            <a:avLst/>
          </a:prstGeom>
          <a:noFill/>
          <a:ln>
            <a:noFill/>
          </a:ln>
        </p:spPr>
        <p:txBody>
          <a:bodyPr anchorCtr="0" anchor="ctr" bIns="45700" lIns="91425" spcFirstLastPara="1" rIns="91425" wrap="square" tIns="45700">
            <a:noAutofit/>
          </a:bodyPr>
          <a:lstStyle/>
          <a:p>
            <a:pPr indent="457200" lvl="0" marL="0" rtl="0" algn="l">
              <a:lnSpc>
                <a:spcPct val="100000"/>
              </a:lnSpc>
              <a:spcBef>
                <a:spcPts val="0"/>
              </a:spcBef>
              <a:spcAft>
                <a:spcPts val="0"/>
              </a:spcAft>
              <a:buSzPts val="1400"/>
              <a:buNone/>
            </a:pPr>
            <a:r>
              <a:rPr lang="en-US"/>
              <a:t>Project </a:t>
            </a:r>
            <a:r>
              <a:rPr lang="en-US"/>
              <a:t>Highlights</a:t>
            </a:r>
            <a:endParaRPr/>
          </a:p>
        </p:txBody>
      </p:sp>
      <p:pic>
        <p:nvPicPr>
          <p:cNvPr id="85" name="Google Shape;85;g31b73c69665_0_7"/>
          <p:cNvPicPr preferRelativeResize="0"/>
          <p:nvPr/>
        </p:nvPicPr>
        <p:blipFill>
          <a:blip r:embed="rId3">
            <a:alphaModFix/>
          </a:blip>
          <a:stretch>
            <a:fillRect/>
          </a:stretch>
        </p:blipFill>
        <p:spPr>
          <a:xfrm>
            <a:off x="211300" y="1015175"/>
            <a:ext cx="5071375" cy="2763501"/>
          </a:xfrm>
          <a:prstGeom prst="rect">
            <a:avLst/>
          </a:prstGeom>
          <a:noFill/>
          <a:ln>
            <a:noFill/>
          </a:ln>
        </p:spPr>
      </p:pic>
      <p:pic>
        <p:nvPicPr>
          <p:cNvPr id="86" name="Google Shape;86;g31b73c69665_0_7"/>
          <p:cNvPicPr preferRelativeResize="0"/>
          <p:nvPr/>
        </p:nvPicPr>
        <p:blipFill>
          <a:blip r:embed="rId4">
            <a:alphaModFix/>
          </a:blip>
          <a:stretch>
            <a:fillRect/>
          </a:stretch>
        </p:blipFill>
        <p:spPr>
          <a:xfrm>
            <a:off x="4116807" y="3955650"/>
            <a:ext cx="4766817" cy="259755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g3996099ef35_0_8"/>
          <p:cNvSpPr txBox="1"/>
          <p:nvPr>
            <p:ph type="title"/>
          </p:nvPr>
        </p:nvSpPr>
        <p:spPr>
          <a:xfrm>
            <a:off x="0" y="0"/>
            <a:ext cx="6477000" cy="8382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r>
              <a:t/>
            </a:r>
            <a:endParaRPr/>
          </a:p>
        </p:txBody>
      </p:sp>
      <p:pic>
        <p:nvPicPr>
          <p:cNvPr id="92" name="Google Shape;92;g3996099ef35_0_8"/>
          <p:cNvPicPr preferRelativeResize="0"/>
          <p:nvPr/>
        </p:nvPicPr>
        <p:blipFill>
          <a:blip r:embed="rId3">
            <a:alphaModFix/>
          </a:blip>
          <a:stretch>
            <a:fillRect/>
          </a:stretch>
        </p:blipFill>
        <p:spPr>
          <a:xfrm>
            <a:off x="203050" y="888050"/>
            <a:ext cx="5357123" cy="2924450"/>
          </a:xfrm>
          <a:prstGeom prst="rect">
            <a:avLst/>
          </a:prstGeom>
          <a:noFill/>
          <a:ln>
            <a:noFill/>
          </a:ln>
        </p:spPr>
      </p:pic>
      <p:pic>
        <p:nvPicPr>
          <p:cNvPr id="93" name="Google Shape;93;g3996099ef35_0_8"/>
          <p:cNvPicPr preferRelativeResize="0"/>
          <p:nvPr/>
        </p:nvPicPr>
        <p:blipFill>
          <a:blip r:embed="rId4">
            <a:alphaModFix/>
          </a:blip>
          <a:stretch>
            <a:fillRect/>
          </a:stretch>
        </p:blipFill>
        <p:spPr>
          <a:xfrm>
            <a:off x="3885950" y="3862351"/>
            <a:ext cx="5047619" cy="274069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g3996099ef35_0_13"/>
          <p:cNvSpPr txBox="1"/>
          <p:nvPr>
            <p:ph type="title"/>
          </p:nvPr>
        </p:nvSpPr>
        <p:spPr>
          <a:xfrm>
            <a:off x="0" y="0"/>
            <a:ext cx="6477000" cy="8382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r>
              <a:t/>
            </a:r>
            <a:endParaRPr/>
          </a:p>
        </p:txBody>
      </p:sp>
      <p:pic>
        <p:nvPicPr>
          <p:cNvPr id="99" name="Google Shape;99;g3996099ef35_0_13"/>
          <p:cNvPicPr preferRelativeResize="0"/>
          <p:nvPr/>
        </p:nvPicPr>
        <p:blipFill>
          <a:blip r:embed="rId3">
            <a:alphaModFix/>
          </a:blip>
          <a:stretch>
            <a:fillRect/>
          </a:stretch>
        </p:blipFill>
        <p:spPr>
          <a:xfrm>
            <a:off x="152400" y="990600"/>
            <a:ext cx="5038177" cy="2742950"/>
          </a:xfrm>
          <a:prstGeom prst="rect">
            <a:avLst/>
          </a:prstGeom>
          <a:noFill/>
          <a:ln>
            <a:noFill/>
          </a:ln>
        </p:spPr>
      </p:pic>
      <p:pic>
        <p:nvPicPr>
          <p:cNvPr id="100" name="Google Shape;100;g3996099ef35_0_13"/>
          <p:cNvPicPr preferRelativeResize="0"/>
          <p:nvPr/>
        </p:nvPicPr>
        <p:blipFill>
          <a:blip r:embed="rId4">
            <a:alphaModFix/>
          </a:blip>
          <a:stretch>
            <a:fillRect/>
          </a:stretch>
        </p:blipFill>
        <p:spPr>
          <a:xfrm>
            <a:off x="3840825" y="3795725"/>
            <a:ext cx="5169782" cy="2819651"/>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9"/>
          <p:cNvSpPr txBox="1"/>
          <p:nvPr/>
        </p:nvSpPr>
        <p:spPr>
          <a:xfrm>
            <a:off x="467544" y="260648"/>
            <a:ext cx="5400600"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Times New Roman"/>
                <a:ea typeface="Times New Roman"/>
                <a:cs typeface="Times New Roman"/>
                <a:sym typeface="Times New Roman"/>
              </a:rPr>
              <a:t>Conclusion</a:t>
            </a:r>
            <a:endParaRPr b="0" i="0" sz="1400" u="none" cap="none" strike="noStrike">
              <a:solidFill>
                <a:srgbClr val="000000"/>
              </a:solidFill>
              <a:latin typeface="Arial"/>
              <a:ea typeface="Arial"/>
              <a:cs typeface="Arial"/>
              <a:sym typeface="Arial"/>
            </a:endParaRPr>
          </a:p>
        </p:txBody>
      </p:sp>
      <p:sp>
        <p:nvSpPr>
          <p:cNvPr id="106" name="Google Shape;106;p9"/>
          <p:cNvSpPr/>
          <p:nvPr/>
        </p:nvSpPr>
        <p:spPr>
          <a:xfrm>
            <a:off x="395536" y="1196752"/>
            <a:ext cx="8136904" cy="1569660"/>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1300"/>
              </a:spcBef>
              <a:spcAft>
                <a:spcPts val="0"/>
              </a:spcAft>
              <a:buClr>
                <a:srgbClr val="000000"/>
              </a:buClr>
              <a:buSzPts val="2200"/>
              <a:buFont typeface="Arial"/>
              <a:buNone/>
            </a:pPr>
            <a:r>
              <a:rPr b="0" i="0" lang="en-US" sz="2200" u="none" cap="none" strike="noStrike">
                <a:solidFill>
                  <a:schemeClr val="dk1"/>
                </a:solidFill>
                <a:latin typeface="Times New Roman"/>
                <a:ea typeface="Times New Roman"/>
                <a:cs typeface="Times New Roman"/>
                <a:sym typeface="Times New Roman"/>
              </a:rPr>
              <a:t>IdeaCritic represents a major advancement in merging AI with creative ideation. It transforms subjective brainstorming into a structured, data-backed process, allowing anyone to validate, refine, and strengthen their concepts using automated expert insights. The project showcases how AI can democratize innovation by making critical evaluation accessible, scalable, and intelligent.</a:t>
            </a:r>
            <a:endParaRPr b="0" i="0" sz="2200" u="none" cap="none" strike="noStrike">
              <a:solidFill>
                <a:schemeClr val="dk1"/>
              </a:solidFill>
              <a:latin typeface="Times New Roman"/>
              <a:ea typeface="Times New Roman"/>
              <a:cs typeface="Times New Roman"/>
              <a:sym typeface="Times New Roman"/>
            </a:endParaRPr>
          </a:p>
          <a:p>
            <a:pPr indent="0" lvl="0" marL="0" marR="0" rtl="0" algn="just">
              <a:lnSpc>
                <a:spcPct val="150000"/>
              </a:lnSpc>
              <a:spcBef>
                <a:spcPts val="1300"/>
              </a:spcBef>
              <a:spcAft>
                <a:spcPts val="1300"/>
              </a:spcAft>
              <a:buClr>
                <a:srgbClr val="000000"/>
              </a:buClr>
              <a:buSzPts val="2200"/>
              <a:buFont typeface="Arial"/>
              <a:buNone/>
            </a:pPr>
            <a:r>
              <a:rPr b="0" i="0" lang="en-US" sz="2200" u="none" cap="none" strike="noStrike">
                <a:solidFill>
                  <a:schemeClr val="dk1"/>
                </a:solidFill>
                <a:latin typeface="Times New Roman"/>
                <a:ea typeface="Times New Roman"/>
                <a:cs typeface="Times New Roman"/>
                <a:sym typeface="Times New Roman"/>
              </a:rPr>
              <a:t>Future enhancements include trend-aware RAG updates, progress tracking, customizable agent panels, and collaborative pitch deck analysis.</a:t>
            </a:r>
            <a:endParaRPr b="0" i="0" sz="2200" u="none" cap="none" strike="noStrike">
              <a:solidFill>
                <a:schemeClr val="dk1"/>
              </a:solidFill>
              <a:latin typeface="Times New Roman"/>
              <a:ea typeface="Times New Roman"/>
              <a:cs typeface="Times New Roman"/>
              <a:sym typeface="Times New Roman"/>
            </a:endParaRPr>
          </a:p>
        </p:txBody>
      </p:sp>
    </p:spTree>
  </p:cSld>
  <p:clrMapOvr>
    <a:masterClrMapping/>
  </p:clrMapOvr>
  <p:transition advTm="4000">
    <p:cut/>
  </p:transition>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g3996099ef35_0_0"/>
          <p:cNvSpPr txBox="1"/>
          <p:nvPr/>
        </p:nvSpPr>
        <p:spPr>
          <a:xfrm>
            <a:off x="259425" y="112800"/>
            <a:ext cx="64971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3200">
                <a:solidFill>
                  <a:schemeClr val="dk1"/>
                </a:solidFill>
                <a:latin typeface="Times New Roman"/>
                <a:ea typeface="Times New Roman"/>
                <a:cs typeface="Times New Roman"/>
                <a:sym typeface="Times New Roman"/>
              </a:rPr>
              <a:t>References</a:t>
            </a:r>
            <a:endParaRPr sz="3200">
              <a:solidFill>
                <a:schemeClr val="dk1"/>
              </a:solidFill>
              <a:latin typeface="Calibri"/>
              <a:ea typeface="Calibri"/>
              <a:cs typeface="Calibri"/>
              <a:sym typeface="Calibri"/>
            </a:endParaRPr>
          </a:p>
        </p:txBody>
      </p:sp>
      <p:sp>
        <p:nvSpPr>
          <p:cNvPr id="112" name="Google Shape;112;g3996099ef35_0_0"/>
          <p:cNvSpPr txBox="1"/>
          <p:nvPr/>
        </p:nvSpPr>
        <p:spPr>
          <a:xfrm>
            <a:off x="330900" y="981600"/>
            <a:ext cx="8482200" cy="4894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None/>
            </a:pPr>
            <a:r>
              <a:t/>
            </a:r>
            <a:endParaRPr sz="2200">
              <a:solidFill>
                <a:schemeClr val="dk1"/>
              </a:solidFill>
              <a:latin typeface="Times New Roman"/>
              <a:ea typeface="Times New Roman"/>
              <a:cs typeface="Times New Roman"/>
              <a:sym typeface="Times New Roman"/>
            </a:endParaRPr>
          </a:p>
          <a:p>
            <a:pPr indent="-368300" lvl="0" marL="457200" marR="0" rtl="0" algn="l">
              <a:lnSpc>
                <a:spcPct val="150000"/>
              </a:lnSpc>
              <a:spcBef>
                <a:spcPts val="0"/>
              </a:spcBef>
              <a:spcAft>
                <a:spcPts val="0"/>
              </a:spcAft>
              <a:buClr>
                <a:schemeClr val="dk1"/>
              </a:buClr>
              <a:buSzPts val="2200"/>
              <a:buFont typeface="Times New Roman"/>
              <a:buChar char="•"/>
            </a:pPr>
            <a:r>
              <a:rPr lang="en-US" sz="2200">
                <a:solidFill>
                  <a:schemeClr val="dk1"/>
                </a:solidFill>
                <a:latin typeface="Times New Roman"/>
                <a:ea typeface="Times New Roman"/>
                <a:cs typeface="Times New Roman"/>
                <a:sym typeface="Times New Roman"/>
              </a:rPr>
              <a:t>LangChain —</a:t>
            </a:r>
            <a:r>
              <a:rPr lang="en-US" sz="2200">
                <a:solidFill>
                  <a:schemeClr val="dk1"/>
                </a:solidFill>
                <a:uFill>
                  <a:noFill/>
                </a:uFill>
                <a:latin typeface="Times New Roman"/>
                <a:ea typeface="Times New Roman"/>
                <a:cs typeface="Times New Roman"/>
                <a:sym typeface="Times New Roman"/>
                <a:hlinkClick r:id="rId3">
                  <a:extLst>
                    <a:ext uri="{A12FA001-AC4F-418D-AE19-62706E023703}">
                      <ahyp:hlinkClr val="tx"/>
                    </a:ext>
                  </a:extLst>
                </a:hlinkClick>
              </a:rPr>
              <a:t> https://python.langchain.com/docs/introduction/</a:t>
            </a:r>
            <a:endParaRPr sz="2200">
              <a:solidFill>
                <a:schemeClr val="dk1"/>
              </a:solidFill>
              <a:latin typeface="Times New Roman"/>
              <a:ea typeface="Times New Roman"/>
              <a:cs typeface="Times New Roman"/>
              <a:sym typeface="Times New Roman"/>
            </a:endParaRPr>
          </a:p>
          <a:p>
            <a:pPr indent="-368300" lvl="0" marL="457200" marR="0" rtl="0" algn="l">
              <a:lnSpc>
                <a:spcPct val="150000"/>
              </a:lnSpc>
              <a:spcBef>
                <a:spcPts val="0"/>
              </a:spcBef>
              <a:spcAft>
                <a:spcPts val="0"/>
              </a:spcAft>
              <a:buClr>
                <a:schemeClr val="dk1"/>
              </a:buClr>
              <a:buSzPts val="2200"/>
              <a:buFont typeface="Times New Roman"/>
              <a:buChar char="•"/>
            </a:pPr>
            <a:r>
              <a:rPr lang="en-US" sz="2200">
                <a:solidFill>
                  <a:schemeClr val="dk1"/>
                </a:solidFill>
                <a:latin typeface="Times New Roman"/>
                <a:ea typeface="Times New Roman"/>
                <a:cs typeface="Times New Roman"/>
                <a:sym typeface="Times New Roman"/>
              </a:rPr>
              <a:t>Tavily API —</a:t>
            </a:r>
            <a:r>
              <a:rPr lang="en-US" sz="2200">
                <a:solidFill>
                  <a:schemeClr val="dk1"/>
                </a:solidFill>
                <a:uFill>
                  <a:noFill/>
                </a:uFill>
                <a:latin typeface="Times New Roman"/>
                <a:ea typeface="Times New Roman"/>
                <a:cs typeface="Times New Roman"/>
                <a:sym typeface="Times New Roman"/>
                <a:hlinkClick r:id="rId4">
                  <a:extLst>
                    <a:ext uri="{A12FA001-AC4F-418D-AE19-62706E023703}">
                      <ahyp:hlinkClr val="tx"/>
                    </a:ext>
                  </a:extLst>
                </a:hlinkClick>
              </a:rPr>
              <a:t> https://docs.tavily.com/</a:t>
            </a:r>
            <a:endParaRPr sz="2200">
              <a:solidFill>
                <a:schemeClr val="dk1"/>
              </a:solidFill>
              <a:latin typeface="Times New Roman"/>
              <a:ea typeface="Times New Roman"/>
              <a:cs typeface="Times New Roman"/>
              <a:sym typeface="Times New Roman"/>
            </a:endParaRPr>
          </a:p>
          <a:p>
            <a:pPr indent="-368300" lvl="0" marL="457200" marR="0" rtl="0" algn="l">
              <a:lnSpc>
                <a:spcPct val="150000"/>
              </a:lnSpc>
              <a:spcBef>
                <a:spcPts val="0"/>
              </a:spcBef>
              <a:spcAft>
                <a:spcPts val="0"/>
              </a:spcAft>
              <a:buClr>
                <a:schemeClr val="dk1"/>
              </a:buClr>
              <a:buSzPts val="2200"/>
              <a:buFont typeface="Times New Roman"/>
              <a:buChar char="•"/>
            </a:pPr>
            <a:r>
              <a:rPr lang="en-US" sz="2200">
                <a:solidFill>
                  <a:schemeClr val="dk1"/>
                </a:solidFill>
                <a:latin typeface="Times New Roman"/>
                <a:ea typeface="Times New Roman"/>
                <a:cs typeface="Times New Roman"/>
                <a:sym typeface="Times New Roman"/>
              </a:rPr>
              <a:t>Streamlit —</a:t>
            </a:r>
            <a:r>
              <a:rPr lang="en-US" sz="2200">
                <a:solidFill>
                  <a:schemeClr val="dk1"/>
                </a:solidFill>
                <a:uFill>
                  <a:noFill/>
                </a:uFill>
                <a:latin typeface="Times New Roman"/>
                <a:ea typeface="Times New Roman"/>
                <a:cs typeface="Times New Roman"/>
                <a:sym typeface="Times New Roman"/>
                <a:hlinkClick r:id="rId5">
                  <a:extLst>
                    <a:ext uri="{A12FA001-AC4F-418D-AE19-62706E023703}">
                      <ahyp:hlinkClr val="tx"/>
                    </a:ext>
                  </a:extLst>
                </a:hlinkClick>
              </a:rPr>
              <a:t> https://docs.streamlit.io/</a:t>
            </a:r>
            <a:endParaRPr sz="2200">
              <a:solidFill>
                <a:schemeClr val="dk1"/>
              </a:solidFill>
              <a:latin typeface="Times New Roman"/>
              <a:ea typeface="Times New Roman"/>
              <a:cs typeface="Times New Roman"/>
              <a:sym typeface="Times New Roman"/>
            </a:endParaRPr>
          </a:p>
          <a:p>
            <a:pPr indent="-368300" lvl="0" marL="457200" marR="0" rtl="0" algn="l">
              <a:lnSpc>
                <a:spcPct val="150000"/>
              </a:lnSpc>
              <a:spcBef>
                <a:spcPts val="0"/>
              </a:spcBef>
              <a:spcAft>
                <a:spcPts val="0"/>
              </a:spcAft>
              <a:buClr>
                <a:schemeClr val="dk1"/>
              </a:buClr>
              <a:buSzPts val="2200"/>
              <a:buFont typeface="Times New Roman"/>
              <a:buChar char="•"/>
            </a:pPr>
            <a:r>
              <a:rPr lang="en-US" sz="2200">
                <a:solidFill>
                  <a:schemeClr val="dk1"/>
                </a:solidFill>
                <a:latin typeface="Times New Roman"/>
                <a:ea typeface="Times New Roman"/>
                <a:cs typeface="Times New Roman"/>
                <a:sym typeface="Times New Roman"/>
              </a:rPr>
              <a:t>Flask —</a:t>
            </a:r>
            <a:r>
              <a:rPr lang="en-US" sz="2200">
                <a:solidFill>
                  <a:schemeClr val="dk1"/>
                </a:solidFill>
                <a:uFill>
                  <a:noFill/>
                </a:uFill>
                <a:latin typeface="Times New Roman"/>
                <a:ea typeface="Times New Roman"/>
                <a:cs typeface="Times New Roman"/>
                <a:sym typeface="Times New Roman"/>
                <a:hlinkClick r:id="rId6">
                  <a:extLst>
                    <a:ext uri="{A12FA001-AC4F-418D-AE19-62706E023703}">
                      <ahyp:hlinkClr val="tx"/>
                    </a:ext>
                  </a:extLst>
                </a:hlinkClick>
              </a:rPr>
              <a:t> https://flask.palletsprojects.com/</a:t>
            </a:r>
            <a:endParaRPr sz="2200">
              <a:solidFill>
                <a:schemeClr val="dk1"/>
              </a:solidFill>
              <a:latin typeface="Times New Roman"/>
              <a:ea typeface="Times New Roman"/>
              <a:cs typeface="Times New Roman"/>
              <a:sym typeface="Times New Roman"/>
            </a:endParaRPr>
          </a:p>
          <a:p>
            <a:pPr indent="-368300" lvl="0" marL="457200" marR="0" rtl="0" algn="l">
              <a:lnSpc>
                <a:spcPct val="150000"/>
              </a:lnSpc>
              <a:spcBef>
                <a:spcPts val="0"/>
              </a:spcBef>
              <a:spcAft>
                <a:spcPts val="0"/>
              </a:spcAft>
              <a:buClr>
                <a:schemeClr val="dk1"/>
              </a:buClr>
              <a:buSzPts val="2200"/>
              <a:buFont typeface="Times New Roman"/>
              <a:buChar char="•"/>
            </a:pPr>
            <a:r>
              <a:rPr lang="en-US" sz="2200">
                <a:solidFill>
                  <a:schemeClr val="dk1"/>
                </a:solidFill>
                <a:latin typeface="Times New Roman"/>
                <a:ea typeface="Times New Roman"/>
                <a:cs typeface="Times New Roman"/>
                <a:sym typeface="Times New Roman"/>
              </a:rPr>
              <a:t>MongoDB —</a:t>
            </a:r>
            <a:r>
              <a:rPr lang="en-US" sz="2200">
                <a:solidFill>
                  <a:schemeClr val="dk1"/>
                </a:solidFill>
                <a:uFill>
                  <a:noFill/>
                </a:uFill>
                <a:latin typeface="Times New Roman"/>
                <a:ea typeface="Times New Roman"/>
                <a:cs typeface="Times New Roman"/>
                <a:sym typeface="Times New Roman"/>
                <a:hlinkClick r:id="rId7">
                  <a:extLst>
                    <a:ext uri="{A12FA001-AC4F-418D-AE19-62706E023703}">
                      <ahyp:hlinkClr val="tx"/>
                    </a:ext>
                  </a:extLst>
                </a:hlinkClick>
              </a:rPr>
              <a:t> https://www.mongodb.com/docs/</a:t>
            </a:r>
            <a:endParaRPr sz="2200">
              <a:solidFill>
                <a:schemeClr val="dk1"/>
              </a:solidFill>
              <a:latin typeface="Times New Roman"/>
              <a:ea typeface="Times New Roman"/>
              <a:cs typeface="Times New Roman"/>
              <a:sym typeface="Times New Roman"/>
            </a:endParaRPr>
          </a:p>
          <a:p>
            <a:pPr indent="-368300" lvl="0" marL="457200" marR="0" rtl="0" algn="l">
              <a:lnSpc>
                <a:spcPct val="150000"/>
              </a:lnSpc>
              <a:spcBef>
                <a:spcPts val="0"/>
              </a:spcBef>
              <a:spcAft>
                <a:spcPts val="0"/>
              </a:spcAft>
              <a:buClr>
                <a:schemeClr val="dk1"/>
              </a:buClr>
              <a:buSzPts val="2200"/>
              <a:buFont typeface="Times New Roman"/>
              <a:buChar char="•"/>
            </a:pPr>
            <a:r>
              <a:rPr lang="en-US" sz="2200">
                <a:solidFill>
                  <a:schemeClr val="dk1"/>
                </a:solidFill>
                <a:latin typeface="Times New Roman"/>
                <a:ea typeface="Times New Roman"/>
                <a:cs typeface="Times New Roman"/>
                <a:sym typeface="Times New Roman"/>
              </a:rPr>
              <a:t>Python —</a:t>
            </a:r>
            <a:r>
              <a:rPr lang="en-US" sz="2200">
                <a:solidFill>
                  <a:schemeClr val="dk1"/>
                </a:solidFill>
                <a:uFill>
                  <a:noFill/>
                </a:uFill>
                <a:latin typeface="Times New Roman"/>
                <a:ea typeface="Times New Roman"/>
                <a:cs typeface="Times New Roman"/>
                <a:sym typeface="Times New Roman"/>
                <a:hlinkClick r:id="rId8">
                  <a:extLst>
                    <a:ext uri="{A12FA001-AC4F-418D-AE19-62706E023703}">
                      <ahyp:hlinkClr val="tx"/>
                    </a:ext>
                  </a:extLst>
                </a:hlinkClick>
              </a:rPr>
              <a:t> https://docs.python.org/3/</a:t>
            </a:r>
            <a:endParaRPr sz="2200">
              <a:solidFill>
                <a:schemeClr val="dk1"/>
              </a:solidFill>
              <a:latin typeface="Times New Roman"/>
              <a:ea typeface="Times New Roman"/>
              <a:cs typeface="Times New Roman"/>
              <a:sym typeface="Times New Roman"/>
            </a:endParaRPr>
          </a:p>
          <a:p>
            <a:pPr indent="-368300" lvl="0" marL="457200" marR="0" rtl="0" algn="l">
              <a:lnSpc>
                <a:spcPct val="150000"/>
              </a:lnSpc>
              <a:spcBef>
                <a:spcPts val="0"/>
              </a:spcBef>
              <a:spcAft>
                <a:spcPts val="0"/>
              </a:spcAft>
              <a:buClr>
                <a:schemeClr val="dk1"/>
              </a:buClr>
              <a:buSzPts val="2200"/>
              <a:buFont typeface="Times New Roman"/>
              <a:buChar char="•"/>
            </a:pPr>
            <a:r>
              <a:rPr lang="en-US" sz="2200">
                <a:solidFill>
                  <a:schemeClr val="dk1"/>
                </a:solidFill>
                <a:latin typeface="Times New Roman"/>
                <a:ea typeface="Times New Roman"/>
                <a:cs typeface="Times New Roman"/>
                <a:sym typeface="Times New Roman"/>
              </a:rPr>
              <a:t>Google Gemini —</a:t>
            </a:r>
            <a:r>
              <a:rPr lang="en-US" sz="2200">
                <a:solidFill>
                  <a:schemeClr val="dk1"/>
                </a:solidFill>
                <a:uFill>
                  <a:noFill/>
                </a:uFill>
                <a:latin typeface="Times New Roman"/>
                <a:ea typeface="Times New Roman"/>
                <a:cs typeface="Times New Roman"/>
                <a:sym typeface="Times New Roman"/>
                <a:hlinkClick r:id="rId9">
                  <a:extLst>
                    <a:ext uri="{A12FA001-AC4F-418D-AE19-62706E023703}">
                      <ahyp:hlinkClr val="tx"/>
                    </a:ext>
                  </a:extLst>
                </a:hlinkClick>
              </a:rPr>
              <a:t> https://aistudio.google.com/</a:t>
            </a:r>
            <a:endParaRPr sz="2200">
              <a:solidFill>
                <a:schemeClr val="dk1"/>
              </a:solidFill>
              <a:latin typeface="Times New Roman"/>
              <a:ea typeface="Times New Roman"/>
              <a:cs typeface="Times New Roman"/>
              <a:sym typeface="Times New Roman"/>
            </a:endParaRPr>
          </a:p>
          <a:p>
            <a:pPr indent="-368300" lvl="0" marL="457200" marR="0" rtl="0" algn="l">
              <a:lnSpc>
                <a:spcPct val="150000"/>
              </a:lnSpc>
              <a:spcBef>
                <a:spcPts val="0"/>
              </a:spcBef>
              <a:spcAft>
                <a:spcPts val="0"/>
              </a:spcAft>
              <a:buClr>
                <a:schemeClr val="dk1"/>
              </a:buClr>
              <a:buSzPts val="2200"/>
              <a:buFont typeface="Times New Roman"/>
              <a:buChar char="•"/>
            </a:pPr>
            <a:r>
              <a:rPr lang="en-US" sz="2200">
                <a:solidFill>
                  <a:schemeClr val="dk1"/>
                </a:solidFill>
                <a:latin typeface="Times New Roman"/>
                <a:ea typeface="Times New Roman"/>
                <a:cs typeface="Times New Roman"/>
                <a:sym typeface="Times New Roman"/>
              </a:rPr>
              <a:t>Hugging Face —</a:t>
            </a:r>
            <a:r>
              <a:rPr lang="en-US" sz="2200">
                <a:solidFill>
                  <a:schemeClr val="dk1"/>
                </a:solidFill>
                <a:uFill>
                  <a:noFill/>
                </a:uFill>
                <a:latin typeface="Times New Roman"/>
                <a:ea typeface="Times New Roman"/>
                <a:cs typeface="Times New Roman"/>
                <a:sym typeface="Times New Roman"/>
                <a:hlinkClick r:id="rId10">
                  <a:extLst>
                    <a:ext uri="{A12FA001-AC4F-418D-AE19-62706E023703}">
                      <ahyp:hlinkClr val="tx"/>
                    </a:ext>
                  </a:extLst>
                </a:hlinkClick>
              </a:rPr>
              <a:t> https://huggingface.co/</a:t>
            </a:r>
            <a:endParaRPr sz="1100" u="sng">
              <a:solidFill>
                <a:schemeClr val="hlink"/>
              </a:solidFill>
            </a:endParaRPr>
          </a:p>
          <a:p>
            <a:pPr indent="0" lvl="0" marL="457200" rtl="0" algn="l">
              <a:spcBef>
                <a:spcPts val="0"/>
              </a:spcBef>
              <a:spcAft>
                <a:spcPts val="0"/>
              </a:spcAft>
              <a:buNone/>
            </a:pPr>
            <a:r>
              <a:t/>
            </a:r>
            <a:endParaRPr sz="200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descr="Download The Best Thank You Slide For PPT Presentation" id="117" name="Google Shape;117;p11"/>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descr="Download The Best Thank You Slide For PPT Presentation" id="118" name="Google Shape;118;p11"/>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descr="Download The Best Thank You Slide For PPT Presentation" id="119" name="Google Shape;119;p11"/>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Thank you cards Images | Free Vectors, Stock Photos &amp; PSD" id="120" name="Google Shape;120;p11"/>
          <p:cNvPicPr preferRelativeResize="0"/>
          <p:nvPr/>
        </p:nvPicPr>
        <p:blipFill rotWithShape="1">
          <a:blip r:embed="rId3">
            <a:alphaModFix/>
          </a:blip>
          <a:srcRect b="0" l="0" r="0" t="0"/>
          <a:stretch/>
        </p:blipFill>
        <p:spPr>
          <a:xfrm>
            <a:off x="0" y="857232"/>
            <a:ext cx="9144000" cy="5786478"/>
          </a:xfrm>
          <a:prstGeom prst="rect">
            <a:avLst/>
          </a:prstGeom>
          <a:noFill/>
          <a:ln>
            <a:noFill/>
          </a:ln>
        </p:spPr>
      </p:pic>
    </p:spTree>
  </p:cSld>
  <p:clrMapOvr>
    <a:masterClrMapping/>
  </p:clrMapOvr>
  <p:transition advTm="4000">
    <p:cut/>
  </p:transition>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Bubble Sort">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2022-12-12T14:14:34Z</dcterms:created>
  <dc:creator>abc</dc:creator>
</cp:coreProperties>
</file>